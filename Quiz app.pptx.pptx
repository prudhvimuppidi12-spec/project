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4" autoAdjust="0"/>
    <p:restoredTop sz="94660"/>
  </p:normalViewPr>
  <p:slideViewPr>
    <p:cSldViewPr>
      <p:cViewPr varScale="1">
        <p:scale>
          <a:sx n="50" d="100"/>
          <a:sy n="50" d="100"/>
        </p:scale>
        <p:origin x="-662" y="-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130856" y="8822386"/>
            <a:ext cx="18973244" cy="3926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79497" tIns="89748" rIns="179497" bIns="89748" anchor="t" compatLnSpc="1"/>
          <a:lstStyle/>
          <a:p>
            <a:endParaRPr kumimoji="0" lang="en-US"/>
          </a:p>
        </p:txBody>
      </p:sp>
      <p:sp>
        <p:nvSpPr>
          <p:cNvPr id="29" name="Title 28"/>
          <p:cNvSpPr>
            <a:spLocks noGrp="1"/>
          </p:cNvSpPr>
          <p:nvPr>
            <p:ph type="ctrTitle"/>
          </p:nvPr>
        </p:nvSpPr>
        <p:spPr>
          <a:xfrm>
            <a:off x="837671" y="8003635"/>
            <a:ext cx="18596293" cy="2015787"/>
          </a:xfrm>
        </p:spPr>
        <p:txBody>
          <a:bodyPr anchor="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837671" y="6408632"/>
            <a:ext cx="18596293" cy="1507913"/>
          </a:xfrm>
        </p:spPr>
        <p:txBody>
          <a:bodyPr anchor="b"/>
          <a:lstStyle>
            <a:lvl1pPr marL="0" indent="0" algn="l">
              <a:buNone/>
              <a:defRPr sz="4700">
                <a:solidFill>
                  <a:schemeClr val="tx2">
                    <a:shade val="75000"/>
                  </a:schemeClr>
                </a:solidFill>
              </a:defRPr>
            </a:lvl1pPr>
            <a:lvl2pPr marL="897484" indent="0" algn="ctr">
              <a:buNone/>
            </a:lvl2pPr>
            <a:lvl3pPr marL="1794967" indent="0" algn="ctr">
              <a:buNone/>
            </a:lvl3pPr>
            <a:lvl4pPr marL="2692451" indent="0" algn="ctr">
              <a:buNone/>
            </a:lvl4pPr>
            <a:lvl5pPr marL="3589934" indent="0" algn="ctr">
              <a:buNone/>
            </a:lvl5pPr>
            <a:lvl6pPr marL="4487418" indent="0" algn="ctr">
              <a:buNone/>
            </a:lvl6pPr>
            <a:lvl7pPr marL="5384902" indent="0" algn="ctr">
              <a:buNone/>
            </a:lvl7pPr>
            <a:lvl8pPr marL="6282385" indent="0" algn="ctr">
              <a:buNone/>
            </a:lvl8pPr>
            <a:lvl9pPr marL="7179869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>
          <a:xfrm>
            <a:off x="18093690" y="10676026"/>
            <a:ext cx="1668640" cy="407137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7" name="Content Placeholder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>
          <a:xfrm>
            <a:off x="7874106" y="125660"/>
            <a:ext cx="6366298" cy="476459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18093690" y="10676026"/>
            <a:ext cx="1668640" cy="407137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130856" y="5680900"/>
            <a:ext cx="18973244" cy="3926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79497" tIns="89748" rIns="179497" bIns="89748" anchor="t" compatLnSpc="1"/>
          <a:lstStyle/>
          <a:p>
            <a:endParaRPr kumimoji="0"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837671" y="2764508"/>
            <a:ext cx="18596293" cy="2010551"/>
          </a:xfrm>
        </p:spPr>
        <p:txBody>
          <a:bodyPr anchor="b"/>
          <a:lstStyle>
            <a:lvl1pPr marL="0" indent="0" algn="r">
              <a:buNone/>
              <a:defRPr sz="39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35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396794" y="4859962"/>
            <a:ext cx="19098895" cy="1953864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663435" y="753957"/>
            <a:ext cx="19098895" cy="138728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670137" y="2638848"/>
            <a:ext cx="9214379" cy="7790886"/>
          </a:xfrm>
        </p:spPr>
        <p:txBody>
          <a:bodyPr/>
          <a:lstStyle>
            <a:lvl1pPr>
              <a:defRPr sz="5500"/>
            </a:lvl1pPr>
            <a:lvl2pPr>
              <a:defRPr sz="4700"/>
            </a:lvl2pPr>
            <a:lvl3pPr>
              <a:defRPr sz="3900"/>
            </a:lvl3pPr>
            <a:lvl4pPr>
              <a:defRPr sz="3500"/>
            </a:lvl4pPr>
            <a:lvl5pPr>
              <a:defRPr sz="35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10219584" y="2638848"/>
            <a:ext cx="9549448" cy="7790886"/>
          </a:xfrm>
        </p:spPr>
        <p:txBody>
          <a:bodyPr/>
          <a:lstStyle>
            <a:lvl1pPr>
              <a:defRPr sz="5500"/>
            </a:lvl1pPr>
            <a:lvl2pPr>
              <a:defRPr sz="4700"/>
            </a:lvl2pPr>
            <a:lvl3pPr>
              <a:defRPr sz="3900"/>
            </a:lvl3pPr>
            <a:lvl4pPr>
              <a:defRPr sz="3500"/>
            </a:lvl4pPr>
            <a:lvl5pPr>
              <a:defRPr sz="35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8"/>
          <p:cNvSpPr>
            <a:spLocks noGrp="1"/>
          </p:cNvSpPr>
          <p:nvPr>
            <p:ph type="title"/>
          </p:nvPr>
        </p:nvSpPr>
        <p:spPr>
          <a:xfrm>
            <a:off x="670137" y="8921821"/>
            <a:ext cx="18931361" cy="1455555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8786" y="1099520"/>
            <a:ext cx="9433264" cy="1055015"/>
          </a:xfrm>
        </p:spPr>
        <p:txBody>
          <a:bodyPr anchor="ctr"/>
          <a:lstStyle>
            <a:lvl1pPr marL="0" indent="0">
              <a:buNone/>
              <a:defRPr sz="35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3900" b="1"/>
            </a:lvl2pPr>
            <a:lvl3pPr>
              <a:buNone/>
              <a:defRPr sz="3500" b="1"/>
            </a:lvl3pPr>
            <a:lvl4pPr>
              <a:buNone/>
              <a:defRPr sz="3100" b="1"/>
            </a:lvl4pPr>
            <a:lvl5pPr>
              <a:buNone/>
              <a:defRPr sz="31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half" idx="3"/>
          </p:nvPr>
        </p:nvSpPr>
        <p:spPr>
          <a:xfrm>
            <a:off x="10212605" y="1099520"/>
            <a:ext cx="9436969" cy="1055015"/>
          </a:xfrm>
        </p:spPr>
        <p:txBody>
          <a:bodyPr anchor="ctr"/>
          <a:lstStyle>
            <a:lvl1pPr marL="0" indent="0">
              <a:buNone/>
              <a:defRPr sz="35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3900" b="1"/>
            </a:lvl2pPr>
            <a:lvl3pPr>
              <a:buNone/>
              <a:defRPr sz="3500" b="1"/>
            </a:lvl3pPr>
            <a:lvl4pPr>
              <a:buNone/>
              <a:defRPr sz="3100" b="1"/>
            </a:lvl4pPr>
            <a:lvl5pPr>
              <a:buNone/>
              <a:defRPr sz="31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8786" y="2170243"/>
            <a:ext cx="9433264" cy="6500259"/>
          </a:xfrm>
        </p:spPr>
        <p:txBody>
          <a:bodyPr/>
          <a:lstStyle>
            <a:lvl1pPr>
              <a:defRPr sz="4700"/>
            </a:lvl1pPr>
            <a:lvl2pPr>
              <a:defRPr sz="3900"/>
            </a:lvl2pPr>
            <a:lvl3pPr>
              <a:defRPr sz="3500"/>
            </a:lvl3pPr>
            <a:lvl4pPr>
              <a:defRPr sz="3100"/>
            </a:lvl4pPr>
            <a:lvl5pPr>
              <a:defRPr sz="31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8" name="Content Placeholder 27"/>
          <p:cNvSpPr>
            <a:spLocks noGrp="1"/>
          </p:cNvSpPr>
          <p:nvPr>
            <p:ph sz="quarter" idx="4"/>
          </p:nvPr>
        </p:nvSpPr>
        <p:spPr>
          <a:xfrm>
            <a:off x="10220749" y="2170243"/>
            <a:ext cx="9428823" cy="6500259"/>
          </a:xfrm>
        </p:spPr>
        <p:txBody>
          <a:bodyPr/>
          <a:lstStyle>
            <a:lvl1pPr>
              <a:defRPr sz="4700"/>
            </a:lvl1pPr>
            <a:lvl2pPr>
              <a:defRPr sz="3900"/>
            </a:lvl2pPr>
            <a:lvl3pPr>
              <a:defRPr sz="3500"/>
            </a:lvl3pPr>
            <a:lvl4pPr>
              <a:defRPr sz="3100"/>
            </a:lvl4pPr>
            <a:lvl5pPr>
              <a:defRPr sz="31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8093690" y="10681053"/>
            <a:ext cx="1675342" cy="407137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130856" y="9927097"/>
            <a:ext cx="18973244" cy="3926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79497" tIns="89748" rIns="179497" bIns="89748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29"/>
          <p:cNvSpPr>
            <a:spLocks noGrp="1"/>
          </p:cNvSpPr>
          <p:nvPr>
            <p:ph type="title"/>
          </p:nvPr>
        </p:nvSpPr>
        <p:spPr>
          <a:xfrm>
            <a:off x="663435" y="753957"/>
            <a:ext cx="19098895" cy="138728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130856" y="9645628"/>
            <a:ext cx="18973244" cy="3926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79497" tIns="89748" rIns="179497" bIns="89748" anchor="t" compatLnSpc="1"/>
          <a:lstStyle/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1005205" y="9047480"/>
            <a:ext cx="18596293" cy="858673"/>
          </a:xfrm>
        </p:spPr>
        <p:txBody>
          <a:bodyPr anchor="ctr"/>
          <a:lstStyle>
            <a:lvl1pPr algn="l">
              <a:buNone/>
              <a:defRPr sz="39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6" name="Text Placeholder 25"/>
          <p:cNvSpPr>
            <a:spLocks noGrp="1"/>
          </p:cNvSpPr>
          <p:nvPr>
            <p:ph type="body" idx="2"/>
          </p:nvPr>
        </p:nvSpPr>
        <p:spPr>
          <a:xfrm>
            <a:off x="1005206" y="1005276"/>
            <a:ext cx="6614110" cy="7916545"/>
          </a:xfrm>
        </p:spPr>
        <p:txBody>
          <a:bodyPr/>
          <a:lstStyle>
            <a:lvl1pPr marL="0" indent="0">
              <a:buNone/>
              <a:defRPr sz="27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7860145" y="1005276"/>
            <a:ext cx="11741353" cy="7916545"/>
          </a:xfrm>
        </p:spPr>
        <p:txBody>
          <a:bodyPr/>
          <a:lstStyle>
            <a:lvl1pPr>
              <a:defRPr sz="6300"/>
            </a:lvl1pPr>
            <a:lvl2pPr>
              <a:defRPr sz="5500"/>
            </a:lvl2pPr>
            <a:lvl3pPr>
              <a:defRPr sz="4700"/>
            </a:lvl3pPr>
            <a:lvl4pPr>
              <a:defRPr sz="3900"/>
            </a:lvl4pPr>
            <a:lvl5pPr>
              <a:defRPr sz="39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29" name="Footer Placeholder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>
          <a:xfrm>
            <a:off x="7706572" y="1016875"/>
            <a:ext cx="11057255" cy="6031653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63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837671" y="8235080"/>
            <a:ext cx="12900131" cy="861292"/>
          </a:xfrm>
        </p:spPr>
        <p:txBody>
          <a:bodyPr anchor="ctr"/>
          <a:lstStyle>
            <a:lvl1pPr algn="l">
              <a:buNone/>
              <a:defRPr sz="39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6" name="Text Placeholder 25"/>
          <p:cNvSpPr>
            <a:spLocks noGrp="1"/>
          </p:cNvSpPr>
          <p:nvPr>
            <p:ph type="body" sz="half" idx="2"/>
          </p:nvPr>
        </p:nvSpPr>
        <p:spPr>
          <a:xfrm>
            <a:off x="837671" y="9124686"/>
            <a:ext cx="12900131" cy="1267066"/>
          </a:xfrm>
        </p:spPr>
        <p:txBody>
          <a:bodyPr lIns="215396" tIns="0"/>
          <a:lstStyle>
            <a:lvl1pPr marL="0" indent="0">
              <a:buNone/>
              <a:defRPr sz="27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078075" y="905798"/>
            <a:ext cx="4020820" cy="9649598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205" y="905798"/>
            <a:ext cx="13737802" cy="9649598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130856" y="1733010"/>
            <a:ext cx="18973244" cy="3926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79497" tIns="89748" rIns="179497" bIns="89748" anchor="t" compatLnSpc="1"/>
          <a:lstStyle/>
          <a:p>
            <a:endParaRPr kumimoji="0"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670137" y="2562929"/>
            <a:ext cx="19098895" cy="7463648"/>
          </a:xfrm>
          <a:prstGeom prst="rect">
            <a:avLst/>
          </a:prstGeom>
        </p:spPr>
        <p:txBody>
          <a:bodyPr vert="horz" lIns="179497" tIns="89748" rIns="179497" bIns="89748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>
          <a:xfrm>
            <a:off x="14240404" y="125660"/>
            <a:ext cx="5528628" cy="476459"/>
          </a:xfrm>
          <a:prstGeom prst="rect">
            <a:avLst/>
          </a:prstGeom>
        </p:spPr>
        <p:txBody>
          <a:bodyPr vert="horz" lIns="179497" tIns="89748" rIns="179497" bIns="89748"/>
          <a:lstStyle>
            <a:lvl1pPr algn="l" eaLnBrk="1" latinLnBrk="0" hangingPunct="1">
              <a:defRPr kumimoji="0" sz="24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6868901" y="125660"/>
            <a:ext cx="7371503" cy="476459"/>
          </a:xfrm>
          <a:prstGeom prst="rect">
            <a:avLst/>
          </a:prstGeom>
        </p:spPr>
        <p:txBody>
          <a:bodyPr vert="horz" lIns="179497" tIns="89748" rIns="179497" bIns="89748"/>
          <a:lstStyle>
            <a:lvl1pPr algn="r" eaLnBrk="1" latinLnBrk="0" hangingPunct="1">
              <a:defRPr kumimoji="0" sz="24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8093690" y="10681054"/>
            <a:ext cx="1675342" cy="403157"/>
          </a:xfrm>
          <a:prstGeom prst="rect">
            <a:avLst/>
          </a:prstGeom>
        </p:spPr>
        <p:txBody>
          <a:bodyPr vert="horz" lIns="179497" tIns="89748" rIns="179497" bIns="89748"/>
          <a:lstStyle>
            <a:lvl1pPr algn="r" eaLnBrk="1" latinLnBrk="0" hangingPunct="1">
              <a:defRPr kumimoji="0" sz="24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Placeholder 9"/>
          <p:cNvSpPr>
            <a:spLocks noGrp="1"/>
          </p:cNvSpPr>
          <p:nvPr>
            <p:ph type="title"/>
          </p:nvPr>
        </p:nvSpPr>
        <p:spPr>
          <a:xfrm>
            <a:off x="670137" y="753957"/>
            <a:ext cx="19098895" cy="1382254"/>
          </a:xfrm>
          <a:prstGeom prst="rect">
            <a:avLst/>
          </a:prstGeom>
        </p:spPr>
        <p:txBody>
          <a:bodyPr vert="horz" lIns="179497" tIns="89748" rIns="179497" bIns="89748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130856" y="1733010"/>
            <a:ext cx="18973244" cy="3926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79497" tIns="89748" rIns="179497" bIns="89748" anchor="t" compatLnSpc="1"/>
          <a:lstStyle/>
          <a:p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130856" y="1744698"/>
            <a:ext cx="18973244" cy="3926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79497" tIns="89748" rIns="179497" bIns="89748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rtl="0" eaLnBrk="1" latinLnBrk="0" hangingPunct="1">
        <a:spcBef>
          <a:spcPct val="0"/>
        </a:spcBef>
        <a:buNone/>
        <a:defRPr kumimoji="0" sz="71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673113" indent="-673113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6300" kern="1200">
          <a:solidFill>
            <a:schemeClr val="tx2"/>
          </a:solidFill>
          <a:latin typeface="+mn-lt"/>
          <a:ea typeface="+mn-ea"/>
          <a:cs typeface="+mn-cs"/>
        </a:defRPr>
      </a:lvl1pPr>
      <a:lvl2pPr marL="1458411" indent="-560927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5500" kern="1200">
          <a:solidFill>
            <a:schemeClr val="tx2"/>
          </a:solidFill>
          <a:latin typeface="+mn-lt"/>
          <a:ea typeface="+mn-ea"/>
          <a:cs typeface="+mn-cs"/>
        </a:defRPr>
      </a:lvl2pPr>
      <a:lvl3pPr marL="2243709" indent="-448742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4700" kern="1200">
          <a:solidFill>
            <a:schemeClr val="tx2"/>
          </a:solidFill>
          <a:latin typeface="+mn-lt"/>
          <a:ea typeface="+mn-ea"/>
          <a:cs typeface="+mn-cs"/>
        </a:defRPr>
      </a:lvl3pPr>
      <a:lvl4pPr marL="3141193" indent="-448742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3900" kern="1200">
          <a:solidFill>
            <a:schemeClr val="tx2"/>
          </a:solidFill>
          <a:latin typeface="+mn-lt"/>
          <a:ea typeface="+mn-ea"/>
          <a:cs typeface="+mn-cs"/>
        </a:defRPr>
      </a:lvl4pPr>
      <a:lvl5pPr marL="4038676" indent="-448742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3500" kern="1200">
          <a:solidFill>
            <a:schemeClr val="tx2"/>
          </a:solidFill>
          <a:latin typeface="+mn-lt"/>
          <a:ea typeface="+mn-ea"/>
          <a:cs typeface="+mn-cs"/>
        </a:defRPr>
      </a:lvl5pPr>
      <a:lvl6pPr marL="4936160" indent="-448742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3500" kern="1200">
          <a:solidFill>
            <a:schemeClr val="tx2"/>
          </a:solidFill>
          <a:latin typeface="+mn-lt"/>
          <a:ea typeface="+mn-ea"/>
          <a:cs typeface="+mn-cs"/>
        </a:defRPr>
      </a:lvl6pPr>
      <a:lvl7pPr marL="5833643" indent="-448742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3100" kern="1200">
          <a:solidFill>
            <a:schemeClr val="tx2"/>
          </a:solidFill>
          <a:latin typeface="+mn-lt"/>
          <a:ea typeface="+mn-ea"/>
          <a:cs typeface="+mn-cs"/>
        </a:defRPr>
      </a:lvl7pPr>
      <a:lvl8pPr marL="6731127" indent="-448742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31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7628611" indent="-448742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27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89748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1794967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269245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358993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448741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538490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628238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717986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jpe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jpeg"/><Relationship Id="rId2" Type="http://schemas.openxmlformats.org/officeDocument/2006/relationships/image" Target="../media/image3.jpeg"/><Relationship Id="rId16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jpe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png"/><Relationship Id="rId14" Type="http://schemas.openxmlformats.org/officeDocument/2006/relationships/image" Target="../media/image15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650" y="4283075"/>
            <a:ext cx="19098895" cy="138225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9800" dirty="0" smtClean="0">
                <a:solidFill>
                  <a:schemeClr val="tx1"/>
                </a:solidFill>
                <a:latin typeface="Bodoni MT Black" pitchFamily="18" charset="0"/>
              </a:rPr>
              <a:t>Quiz App</a:t>
            </a:r>
            <a:r>
              <a:rPr lang="en-US" dirty="0" smtClean="0">
                <a:solidFill>
                  <a:schemeClr val="tx1"/>
                </a:solidFill>
                <a:latin typeface="Bodoni MT Black" pitchFamily="18" charset="0"/>
              </a:rPr>
              <a:t/>
            </a:r>
            <a:br>
              <a:rPr lang="en-US" dirty="0" smtClean="0">
                <a:solidFill>
                  <a:schemeClr val="tx1"/>
                </a:solidFill>
                <a:latin typeface="Bodoni MT Black" pitchFamily="18" charset="0"/>
              </a:rPr>
            </a:br>
            <a:r>
              <a:rPr lang="en-US" dirty="0" smtClean="0">
                <a:solidFill>
                  <a:schemeClr val="tx1"/>
                </a:solidFill>
                <a:latin typeface="Bodoni MT Black" pitchFamily="18" charset="0"/>
              </a:rPr>
              <a:t/>
            </a:r>
            <a:br>
              <a:rPr lang="en-US" dirty="0" smtClean="0">
                <a:solidFill>
                  <a:schemeClr val="tx1"/>
                </a:solidFill>
                <a:latin typeface="Bodoni MT Black" pitchFamily="18" charset="0"/>
              </a:rPr>
            </a:br>
            <a:r>
              <a:rPr lang="en-US" sz="3100" spc="-330" dirty="0" smtClean="0">
                <a:solidFill>
                  <a:srgbClr val="594677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3100" spc="45" dirty="0" smtClean="0">
                <a:solidFill>
                  <a:srgbClr val="594677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100" dirty="0" smtClean="0">
                <a:solidFill>
                  <a:srgbClr val="575757"/>
                </a:solidFill>
                <a:latin typeface="Times New Roman" pitchFamily="18" charset="0"/>
                <a:cs typeface="Times New Roman" pitchFamily="18" charset="0"/>
              </a:rPr>
              <a:t>technical</a:t>
            </a:r>
            <a:r>
              <a:rPr lang="en-US" sz="3100" spc="75" dirty="0" smtClean="0">
                <a:solidFill>
                  <a:srgbClr val="575757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100" dirty="0" smtClean="0">
                <a:solidFill>
                  <a:srgbClr val="625275"/>
                </a:solidFill>
                <a:latin typeface="Times New Roman" pitchFamily="18" charset="0"/>
                <a:cs typeface="Times New Roman" pitchFamily="18" charset="0"/>
              </a:rPr>
              <a:t>deep</a:t>
            </a:r>
            <a:r>
              <a:rPr lang="en-US" sz="3100" spc="25" dirty="0" smtClean="0">
                <a:solidFill>
                  <a:srgbClr val="62527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100" dirty="0" smtClean="0">
                <a:solidFill>
                  <a:srgbClr val="665672"/>
                </a:solidFill>
                <a:latin typeface="Times New Roman" pitchFamily="18" charset="0"/>
                <a:cs typeface="Times New Roman" pitchFamily="18" charset="0"/>
              </a:rPr>
              <a:t>dive</a:t>
            </a:r>
            <a:r>
              <a:rPr lang="en-US" sz="3100" spc="-5" dirty="0" smtClean="0">
                <a:solidFill>
                  <a:srgbClr val="66567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100" dirty="0" smtClean="0">
                <a:solidFill>
                  <a:srgbClr val="575757"/>
                </a:solidFill>
                <a:latin typeface="Times New Roman" pitchFamily="18" charset="0"/>
                <a:cs typeface="Times New Roman" pitchFamily="18" charset="0"/>
              </a:rPr>
              <a:t>into</a:t>
            </a:r>
            <a:r>
              <a:rPr lang="en-US" sz="3100" spc="-90" dirty="0" smtClean="0">
                <a:solidFill>
                  <a:srgbClr val="575757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100" dirty="0" smtClean="0">
                <a:solidFill>
                  <a:srgbClr val="545454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sz="3100" spc="25" dirty="0" smtClean="0">
                <a:solidFill>
                  <a:srgbClr val="545454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100" dirty="0" smtClean="0">
                <a:solidFill>
                  <a:srgbClr val="775D7E"/>
                </a:solidFill>
                <a:latin typeface="Times New Roman" pitchFamily="18" charset="0"/>
                <a:cs typeface="Times New Roman" pitchFamily="18" charset="0"/>
              </a:rPr>
              <a:t>HTML</a:t>
            </a:r>
            <a:r>
              <a:rPr lang="en-US" sz="3100" spc="95" dirty="0" smtClean="0">
                <a:solidFill>
                  <a:srgbClr val="775D7E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100" spc="-10" dirty="0" smtClean="0">
                <a:solidFill>
                  <a:srgbClr val="604F77"/>
                </a:solidFill>
                <a:latin typeface="Times New Roman" pitchFamily="18" charset="0"/>
                <a:cs typeface="Times New Roman" pitchFamily="18" charset="0"/>
              </a:rPr>
              <a:t>Structure,</a:t>
            </a:r>
            <a:r>
              <a:rPr lang="en-US" sz="3100" spc="160" dirty="0" smtClean="0">
                <a:solidFill>
                  <a:srgbClr val="604F77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100" spc="-280" dirty="0" smtClean="0">
                <a:solidFill>
                  <a:srgbClr val="6D597C"/>
                </a:solidFill>
                <a:latin typeface="Times New Roman" pitchFamily="18" charset="0"/>
                <a:cs typeface="Times New Roman" pitchFamily="18" charset="0"/>
              </a:rPr>
              <a:t>CSS</a:t>
            </a:r>
            <a:r>
              <a:rPr lang="en-US" sz="3100" spc="65" dirty="0" smtClean="0">
                <a:solidFill>
                  <a:srgbClr val="6D597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100" dirty="0" smtClean="0">
                <a:solidFill>
                  <a:srgbClr val="604D6B"/>
                </a:solidFill>
                <a:latin typeface="Times New Roman" pitchFamily="18" charset="0"/>
                <a:cs typeface="Times New Roman" pitchFamily="18" charset="0"/>
              </a:rPr>
              <a:t>Styling,</a:t>
            </a:r>
            <a:r>
              <a:rPr lang="en-US" sz="3100" spc="40" dirty="0" smtClean="0">
                <a:solidFill>
                  <a:srgbClr val="604D6B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100" spc="40" dirty="0" smtClean="0">
                <a:solidFill>
                  <a:srgbClr val="604D6B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100" spc="40" dirty="0" smtClean="0">
                <a:solidFill>
                  <a:srgbClr val="604D6B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100" spc="-25" dirty="0" smtClean="0">
                <a:solidFill>
                  <a:srgbClr val="605670"/>
                </a:solidFill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3100" spc="-25" dirty="0" smtClean="0">
                <a:solidFill>
                  <a:srgbClr val="645474"/>
                </a:solidFill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en-US" sz="3100" spc="170" dirty="0" smtClean="0">
                <a:solidFill>
                  <a:srgbClr val="645474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100" dirty="0" smtClean="0">
                <a:solidFill>
                  <a:srgbClr val="59467B"/>
                </a:solidFill>
                <a:latin typeface="Times New Roman" pitchFamily="18" charset="0"/>
                <a:cs typeface="Times New Roman" pitchFamily="18" charset="0"/>
              </a:rPr>
              <a:t>Logic</a:t>
            </a:r>
            <a:r>
              <a:rPr lang="en-US" sz="3100" spc="65" dirty="0" smtClean="0">
                <a:solidFill>
                  <a:srgbClr val="59467B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100" dirty="0" smtClean="0">
                <a:solidFill>
                  <a:srgbClr val="6D6687"/>
                </a:solidFill>
                <a:latin typeface="Times New Roman" pitchFamily="18" charset="0"/>
                <a:cs typeface="Times New Roman" pitchFamily="18" charset="0"/>
              </a:rPr>
              <a:t>of</a:t>
            </a:r>
            <a:r>
              <a:rPr lang="en-US" sz="3100" spc="-20" dirty="0" smtClean="0">
                <a:solidFill>
                  <a:srgbClr val="6D6687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100" dirty="0" smtClean="0">
                <a:solidFill>
                  <a:srgbClr val="624B70"/>
                </a:solidFill>
                <a:latin typeface="Times New Roman" pitchFamily="18" charset="0"/>
                <a:cs typeface="Times New Roman" pitchFamily="18" charset="0"/>
              </a:rPr>
              <a:t>an</a:t>
            </a:r>
            <a:r>
              <a:rPr lang="en-US" sz="3100" spc="-125" dirty="0" smtClean="0">
                <a:solidFill>
                  <a:srgbClr val="624B7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100" dirty="0" smtClean="0">
                <a:solidFill>
                  <a:srgbClr val="605682"/>
                </a:solidFill>
                <a:latin typeface="Times New Roman" pitchFamily="18" charset="0"/>
                <a:cs typeface="Times New Roman" pitchFamily="18" charset="0"/>
              </a:rPr>
              <a:t>interactive</a:t>
            </a:r>
            <a:r>
              <a:rPr lang="en-US" sz="3100" spc="125" dirty="0" smtClean="0">
                <a:solidFill>
                  <a:srgbClr val="60568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100" dirty="0" smtClean="0">
                <a:solidFill>
                  <a:srgbClr val="745E97"/>
                </a:solidFill>
                <a:latin typeface="Times New Roman" pitchFamily="18" charset="0"/>
                <a:cs typeface="Times New Roman" pitchFamily="18" charset="0"/>
              </a:rPr>
              <a:t>quiz</a:t>
            </a:r>
            <a:r>
              <a:rPr lang="en-US" sz="3100" spc="35" dirty="0" smtClean="0">
                <a:solidFill>
                  <a:srgbClr val="745E97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100" spc="-10" dirty="0" smtClean="0">
                <a:solidFill>
                  <a:srgbClr val="695279"/>
                </a:solidFill>
                <a:latin typeface="Times New Roman" pitchFamily="18" charset="0"/>
                <a:cs typeface="Times New Roman" pitchFamily="18" charset="0"/>
              </a:rPr>
              <a:t>application.</a:t>
            </a:r>
            <a:endParaRPr lang="en-US" sz="3100" dirty="0">
              <a:solidFill>
                <a:schemeClr val="tx1"/>
              </a:solidFill>
              <a:latin typeface="Bodoni MT Black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557250" y="7864475"/>
            <a:ext cx="6135582" cy="2819400"/>
          </a:xfrm>
          <a:noFill/>
        </p:spPr>
        <p:txBody>
          <a:bodyPr/>
          <a:lstStyle/>
          <a:p>
            <a:pPr algn="r">
              <a:buNone/>
            </a:pP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By </a:t>
            </a:r>
          </a:p>
          <a:p>
            <a:pPr algn="r">
              <a:buNone/>
            </a:pP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M.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Prudhvi</a:t>
            </a:r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Seshu</a:t>
            </a: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6670">
              <a:lnSpc>
                <a:spcPct val="100000"/>
              </a:lnSpc>
              <a:spcBef>
                <a:spcPts val="130"/>
              </a:spcBef>
            </a:pPr>
            <a:r>
              <a:rPr sz="5250" spc="85" dirty="0">
                <a:solidFill>
                  <a:srgbClr val="3F1567"/>
                </a:solidFill>
              </a:rPr>
              <a:t>The</a:t>
            </a:r>
            <a:r>
              <a:rPr sz="5250" spc="-140" dirty="0">
                <a:solidFill>
                  <a:srgbClr val="3F1567"/>
                </a:solidFill>
              </a:rPr>
              <a:t> </a:t>
            </a:r>
            <a:r>
              <a:rPr sz="5250" dirty="0">
                <a:solidFill>
                  <a:srgbClr val="42166B"/>
                </a:solidFill>
              </a:rPr>
              <a:t>Tech</a:t>
            </a:r>
            <a:r>
              <a:rPr sz="5250" spc="-25" dirty="0">
                <a:solidFill>
                  <a:srgbClr val="42166B"/>
                </a:solidFill>
              </a:rPr>
              <a:t> </a:t>
            </a:r>
            <a:r>
              <a:rPr sz="5250" spc="-10" dirty="0">
                <a:solidFill>
                  <a:srgbClr val="3D1869"/>
                </a:solidFill>
              </a:rPr>
              <a:t>Stack</a:t>
            </a:r>
            <a:endParaRPr sz="5250"/>
          </a:p>
        </p:txBody>
      </p:sp>
      <p:sp>
        <p:nvSpPr>
          <p:cNvPr id="3" name="object 3"/>
          <p:cNvSpPr txBox="1"/>
          <p:nvPr/>
        </p:nvSpPr>
        <p:spPr>
          <a:xfrm>
            <a:off x="3049995" y="5598385"/>
            <a:ext cx="1504315" cy="6146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850" b="1" spc="-305" dirty="0" smtClean="0">
                <a:solidFill>
                  <a:srgbClr val="592FA5"/>
                </a:solidFill>
                <a:latin typeface="Arial MT"/>
                <a:cs typeface="Arial MT"/>
              </a:rPr>
              <a:t>HTML</a:t>
            </a:r>
            <a:endParaRPr sz="3850" b="1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42103" y="6672960"/>
            <a:ext cx="4371975" cy="1533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indent="-27940" algn="ctr">
              <a:lnSpc>
                <a:spcPct val="129299"/>
              </a:lnSpc>
              <a:spcBef>
                <a:spcPts val="95"/>
              </a:spcBef>
            </a:pPr>
            <a:r>
              <a:rPr sz="2550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Provides</a:t>
            </a:r>
            <a:r>
              <a:rPr sz="2550" spc="375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75" dirty="0">
                <a:solidFill>
                  <a:srgbClr val="3F3F3F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550" spc="320" dirty="0">
                <a:solidFill>
                  <a:srgbClr val="3F3F3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45" dirty="0">
                <a:solidFill>
                  <a:srgbClr val="3F3F3F"/>
                </a:solidFill>
                <a:latin typeface="Times New Roman" pitchFamily="18" charset="0"/>
                <a:cs typeface="Times New Roman" pitchFamily="18" charset="0"/>
              </a:rPr>
              <a:t>structural </a:t>
            </a:r>
            <a:r>
              <a:rPr sz="2550" dirty="0">
                <a:solidFill>
                  <a:srgbClr val="444444"/>
                </a:solidFill>
                <a:latin typeface="Times New Roman" pitchFamily="18" charset="0"/>
                <a:cs typeface="Times New Roman" pitchFamily="18" charset="0"/>
              </a:rPr>
              <a:t>skeleton,</a:t>
            </a:r>
            <a:r>
              <a:rPr sz="2550" spc="360" dirty="0">
                <a:solidFill>
                  <a:srgbClr val="444444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50" dirty="0">
                <a:solidFill>
                  <a:srgbClr val="464646"/>
                </a:solidFill>
                <a:latin typeface="Times New Roman" pitchFamily="18" charset="0"/>
                <a:cs typeface="Times New Roman" pitchFamily="18" charset="0"/>
              </a:rPr>
              <a:t>creating</a:t>
            </a:r>
            <a:r>
              <a:rPr sz="2550" spc="204" dirty="0">
                <a:solidFill>
                  <a:srgbClr val="464646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75" dirty="0">
                <a:solidFill>
                  <a:srgbClr val="3F3F3F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550" spc="240" dirty="0">
                <a:solidFill>
                  <a:srgbClr val="3F3F3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45" dirty="0">
                <a:solidFill>
                  <a:srgbClr val="4F4F4F"/>
                </a:solidFill>
                <a:latin typeface="Times New Roman" pitchFamily="18" charset="0"/>
                <a:cs typeface="Times New Roman" pitchFamily="18" charset="0"/>
              </a:rPr>
              <a:t>Config </a:t>
            </a:r>
            <a:r>
              <a:rPr sz="2550" dirty="0">
                <a:solidFill>
                  <a:srgbClr val="3F5E6E"/>
                </a:solidFill>
                <a:latin typeface="Times New Roman" pitchFamily="18" charset="0"/>
                <a:cs typeface="Times New Roman" pitchFamily="18" charset="0"/>
              </a:rPr>
              <a:t>and</a:t>
            </a:r>
            <a:r>
              <a:rPr sz="2550" spc="5" dirty="0">
                <a:solidFill>
                  <a:srgbClr val="3F5E6E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Quiz</a:t>
            </a:r>
            <a:r>
              <a:rPr sz="2550" spc="180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-10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containers.</a:t>
            </a:r>
            <a:endParaRPr sz="25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465990" y="5622599"/>
            <a:ext cx="1153160" cy="594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700" b="1" spc="-190" dirty="0" smtClean="0">
                <a:solidFill>
                  <a:srgbClr val="5D31A1"/>
                </a:solidFill>
                <a:latin typeface="Arial MT"/>
                <a:cs typeface="Arial MT"/>
              </a:rPr>
              <a:t>CSS</a:t>
            </a:r>
            <a:endParaRPr sz="3700" b="1" dirty="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32055" y="6672960"/>
            <a:ext cx="4218305" cy="1533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algn="ctr">
              <a:lnSpc>
                <a:spcPct val="129299"/>
              </a:lnSpc>
              <a:spcBef>
                <a:spcPts val="95"/>
              </a:spcBef>
            </a:pPr>
            <a:r>
              <a:rPr sz="2550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Handles</a:t>
            </a:r>
            <a:r>
              <a:rPr sz="2550" spc="420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75" dirty="0">
                <a:solidFill>
                  <a:srgbClr val="484848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550" spc="380" dirty="0">
                <a:solidFill>
                  <a:srgbClr val="484848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rgbClr val="464646"/>
                </a:solidFill>
                <a:latin typeface="Times New Roman" pitchFamily="18" charset="0"/>
                <a:cs typeface="Times New Roman" pitchFamily="18" charset="0"/>
              </a:rPr>
              <a:t>'Purple'</a:t>
            </a:r>
            <a:r>
              <a:rPr sz="2550" spc="380" dirty="0">
                <a:solidFill>
                  <a:srgbClr val="464646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45" dirty="0">
                <a:solidFill>
                  <a:srgbClr val="484848"/>
                </a:solidFill>
                <a:latin typeface="Times New Roman" pitchFamily="18" charset="0"/>
                <a:cs typeface="Times New Roman" pitchFamily="18" charset="0"/>
              </a:rPr>
              <a:t>theme, </a:t>
            </a:r>
            <a:r>
              <a:rPr sz="2550" dirty="0">
                <a:solidFill>
                  <a:srgbClr val="4B4B4B"/>
                </a:solidFill>
                <a:latin typeface="Times New Roman" pitchFamily="18" charset="0"/>
                <a:cs typeface="Times New Roman" pitchFamily="18" charset="0"/>
              </a:rPr>
              <a:t>Flexbox</a:t>
            </a:r>
            <a:r>
              <a:rPr sz="2550" spc="450" dirty="0">
                <a:solidFill>
                  <a:srgbClr val="4B4B4B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layouts,</a:t>
            </a:r>
            <a:r>
              <a:rPr sz="2550" spc="400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rgbClr val="49546D"/>
                </a:solidFill>
                <a:latin typeface="Times New Roman" pitchFamily="18" charset="0"/>
                <a:cs typeface="Times New Roman" pitchFamily="18" charset="0"/>
              </a:rPr>
              <a:t>and</a:t>
            </a:r>
            <a:r>
              <a:rPr sz="2550" spc="150" dirty="0">
                <a:solidFill>
                  <a:srgbClr val="49546D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55" dirty="0">
                <a:solidFill>
                  <a:srgbClr val="4D4D4D"/>
                </a:solidFill>
                <a:latin typeface="Times New Roman" pitchFamily="18" charset="0"/>
                <a:cs typeface="Times New Roman" pitchFamily="18" charset="0"/>
              </a:rPr>
              <a:t>card- </a:t>
            </a:r>
            <a:r>
              <a:rPr sz="2550" dirty="0">
                <a:solidFill>
                  <a:srgbClr val="484848"/>
                </a:solidFill>
                <a:latin typeface="Times New Roman" pitchFamily="18" charset="0"/>
                <a:cs typeface="Times New Roman" pitchFamily="18" charset="0"/>
              </a:rPr>
              <a:t>based</a:t>
            </a:r>
            <a:r>
              <a:rPr sz="2550" spc="130" dirty="0">
                <a:solidFill>
                  <a:srgbClr val="484848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rgbClr val="4D4D4D"/>
                </a:solidFill>
                <a:latin typeface="Times New Roman" pitchFamily="18" charset="0"/>
                <a:cs typeface="Times New Roman" pitchFamily="18" charset="0"/>
              </a:rPr>
              <a:t>UI</a:t>
            </a:r>
            <a:r>
              <a:rPr sz="2550" spc="65" dirty="0">
                <a:solidFill>
                  <a:srgbClr val="4D4D4D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-10" dirty="0">
                <a:solidFill>
                  <a:srgbClr val="484848"/>
                </a:solidFill>
                <a:latin typeface="Times New Roman" pitchFamily="18" charset="0"/>
                <a:cs typeface="Times New Roman" pitchFamily="18" charset="0"/>
              </a:rPr>
              <a:t>design</a:t>
            </a:r>
            <a:r>
              <a:rPr sz="2550" spc="-10" dirty="0">
                <a:solidFill>
                  <a:srgbClr val="484848"/>
                </a:solidFill>
                <a:latin typeface="Arial MT"/>
                <a:cs typeface="Arial MT"/>
              </a:rPr>
              <a:t>.</a:t>
            </a:r>
            <a:endParaRPr sz="255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194136" y="5631107"/>
            <a:ext cx="2706514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b="1" spc="-20" dirty="0">
                <a:solidFill>
                  <a:srgbClr val="5D31AA"/>
                </a:solidFill>
                <a:latin typeface="Arial MT"/>
                <a:cs typeface="Arial MT"/>
              </a:rPr>
              <a:t>JavaScript</a:t>
            </a:r>
            <a:endParaRPr sz="3600" b="1" dirty="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918089" y="6672960"/>
            <a:ext cx="4687570" cy="1533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29299"/>
              </a:lnSpc>
              <a:spcBef>
                <a:spcPts val="95"/>
              </a:spcBef>
              <a:tabLst>
                <a:tab pos="3846195" algn="l"/>
              </a:tabLst>
            </a:pPr>
            <a:r>
              <a:rPr sz="2550" dirty="0">
                <a:solidFill>
                  <a:srgbClr val="464646"/>
                </a:solidFill>
                <a:latin typeface="Times New Roman" pitchFamily="18" charset="0"/>
                <a:cs typeface="Times New Roman" pitchFamily="18" charset="0"/>
              </a:rPr>
              <a:t>Manages</a:t>
            </a:r>
            <a:r>
              <a:rPr sz="2550" spc="290" dirty="0">
                <a:solidFill>
                  <a:srgbClr val="464646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75" dirty="0">
                <a:solidFill>
                  <a:srgbClr val="3F3F3F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550" spc="195" dirty="0">
                <a:solidFill>
                  <a:srgbClr val="3F3F3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rgbClr val="4B4B4B"/>
                </a:solidFill>
                <a:latin typeface="Times New Roman" pitchFamily="18" charset="0"/>
                <a:cs typeface="Times New Roman" pitchFamily="18" charset="0"/>
              </a:rPr>
              <a:t>game</a:t>
            </a:r>
            <a:r>
              <a:rPr sz="2550" spc="315" dirty="0">
                <a:solidFill>
                  <a:srgbClr val="4B4B4B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state,</a:t>
            </a:r>
            <a:r>
              <a:rPr sz="2550" spc="175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45" dirty="0">
                <a:solidFill>
                  <a:srgbClr val="3F3F3F"/>
                </a:solidFill>
                <a:latin typeface="Times New Roman" pitchFamily="18" charset="0"/>
                <a:cs typeface="Times New Roman" pitchFamily="18" charset="0"/>
              </a:rPr>
              <a:t>timer </a:t>
            </a:r>
            <a:r>
              <a:rPr sz="2550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logic,</a:t>
            </a:r>
            <a:r>
              <a:rPr sz="2550" spc="70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rgbClr val="484848"/>
                </a:solidFill>
                <a:latin typeface="Times New Roman" pitchFamily="18" charset="0"/>
                <a:cs typeface="Times New Roman" pitchFamily="18" charset="0"/>
              </a:rPr>
              <a:t>DOM</a:t>
            </a:r>
            <a:r>
              <a:rPr sz="2550" spc="114" dirty="0">
                <a:solidFill>
                  <a:srgbClr val="484848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-10" dirty="0">
                <a:solidFill>
                  <a:srgbClr val="464646"/>
                </a:solidFill>
                <a:latin typeface="Times New Roman" pitchFamily="18" charset="0"/>
                <a:cs typeface="Times New Roman" pitchFamily="18" charset="0"/>
              </a:rPr>
              <a:t>manipulation,</a:t>
            </a:r>
            <a:r>
              <a:rPr sz="2550" dirty="0">
                <a:solidFill>
                  <a:srgbClr val="464646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sz="2550" spc="-25" dirty="0">
                <a:solidFill>
                  <a:srgbClr val="44546B"/>
                </a:solidFill>
                <a:latin typeface="Times New Roman" pitchFamily="18" charset="0"/>
                <a:cs typeface="Times New Roman" pitchFamily="18" charset="0"/>
              </a:rPr>
              <a:t>and </a:t>
            </a:r>
            <a:r>
              <a:rPr sz="2550" spc="-10" dirty="0">
                <a:solidFill>
                  <a:srgbClr val="464646"/>
                </a:solidFill>
                <a:latin typeface="Times New Roman" pitchFamily="18" charset="0"/>
                <a:cs typeface="Times New Roman" pitchFamily="18" charset="0"/>
              </a:rPr>
              <a:t>scoring.</a:t>
            </a:r>
            <a:endParaRPr sz="255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250" dirty="0"/>
              <a:t>HTML</a:t>
            </a:r>
            <a:r>
              <a:rPr sz="5250" spc="200" dirty="0"/>
              <a:t> </a:t>
            </a:r>
            <a:r>
              <a:rPr sz="5250" spc="105" dirty="0">
                <a:solidFill>
                  <a:srgbClr val="3F1660"/>
                </a:solidFill>
              </a:rPr>
              <a:t>Architecture:</a:t>
            </a:r>
            <a:r>
              <a:rPr sz="5250" spc="340" dirty="0">
                <a:solidFill>
                  <a:srgbClr val="3F1660"/>
                </a:solidFill>
              </a:rPr>
              <a:t> </a:t>
            </a:r>
            <a:r>
              <a:rPr sz="5250" dirty="0">
                <a:solidFill>
                  <a:srgbClr val="3F1567"/>
                </a:solidFill>
              </a:rPr>
              <a:t>Two</a:t>
            </a:r>
            <a:r>
              <a:rPr sz="5250" spc="-55" dirty="0">
                <a:solidFill>
                  <a:srgbClr val="3F1567"/>
                </a:solidFill>
              </a:rPr>
              <a:t> </a:t>
            </a:r>
            <a:r>
              <a:rPr sz="5250" spc="75" dirty="0"/>
              <a:t>Primary</a:t>
            </a:r>
            <a:r>
              <a:rPr sz="5250" spc="330" dirty="0"/>
              <a:t> </a:t>
            </a:r>
            <a:r>
              <a:rPr sz="5250" spc="70" dirty="0">
                <a:solidFill>
                  <a:srgbClr val="3A1860"/>
                </a:solidFill>
              </a:rPr>
              <a:t>Views</a:t>
            </a:r>
            <a:endParaRPr sz="5250"/>
          </a:p>
        </p:txBody>
      </p:sp>
      <p:sp>
        <p:nvSpPr>
          <p:cNvPr id="3" name="object 3"/>
          <p:cNvSpPr txBox="1"/>
          <p:nvPr/>
        </p:nvSpPr>
        <p:spPr>
          <a:xfrm>
            <a:off x="1460930" y="4625902"/>
            <a:ext cx="7442200" cy="2842260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-175" dirty="0">
                <a:solidFill>
                  <a:srgbClr val="592F9C"/>
                </a:solidFill>
                <a:latin typeface="Arial MT"/>
                <a:cs typeface="Arial MT"/>
              </a:rPr>
              <a:t>1.</a:t>
            </a:r>
            <a:r>
              <a:rPr sz="3600" spc="-95" dirty="0">
                <a:solidFill>
                  <a:srgbClr val="592F9C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6438A1"/>
                </a:solidFill>
                <a:latin typeface="Arial MT"/>
                <a:cs typeface="Arial MT"/>
              </a:rPr>
              <a:t>Configuration</a:t>
            </a:r>
            <a:r>
              <a:rPr sz="3600" spc="325" dirty="0">
                <a:solidFill>
                  <a:srgbClr val="6438A1"/>
                </a:solidFill>
                <a:latin typeface="Arial MT"/>
                <a:cs typeface="Arial MT"/>
              </a:rPr>
              <a:t> </a:t>
            </a:r>
            <a:r>
              <a:rPr sz="3600" spc="-20" dirty="0">
                <a:solidFill>
                  <a:srgbClr val="5D31AC"/>
                </a:solidFill>
                <a:latin typeface="Arial MT"/>
                <a:cs typeface="Arial MT"/>
              </a:rPr>
              <a:t>View</a:t>
            </a:r>
            <a:endParaRPr sz="3600" dirty="0">
              <a:latin typeface="Arial MT"/>
              <a:cs typeface="Arial MT"/>
            </a:endParaRPr>
          </a:p>
          <a:p>
            <a:pPr marL="39370" marR="5080" indent="14604">
              <a:lnSpc>
                <a:spcPct val="129299"/>
              </a:lnSpc>
              <a:spcBef>
                <a:spcPts val="2020"/>
              </a:spcBef>
              <a:tabLst>
                <a:tab pos="1299210" algn="l"/>
                <a:tab pos="3259454" algn="l"/>
                <a:tab pos="4335780" algn="l"/>
                <a:tab pos="7327900" algn="l"/>
              </a:tabLst>
            </a:pPr>
            <a:r>
              <a:rPr sz="2550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550" spc="270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65" dirty="0">
                <a:solidFill>
                  <a:srgbClr val="4D4D4D"/>
                </a:solidFill>
                <a:latin typeface="Times New Roman" pitchFamily="18" charset="0"/>
                <a:cs typeface="Times New Roman" pitchFamily="18" charset="0"/>
              </a:rPr>
              <a:t>entry</a:t>
            </a:r>
            <a:r>
              <a:rPr sz="2550" spc="285" dirty="0">
                <a:solidFill>
                  <a:srgbClr val="4D4D4D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rgbClr val="4F4F4F"/>
                </a:solidFill>
                <a:latin typeface="Times New Roman" pitchFamily="18" charset="0"/>
                <a:cs typeface="Times New Roman" pitchFamily="18" charset="0"/>
              </a:rPr>
              <a:t>point</a:t>
            </a:r>
            <a:r>
              <a:rPr sz="2550" spc="430" dirty="0">
                <a:solidFill>
                  <a:srgbClr val="4F4F4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rgbClr val="464646"/>
                </a:solidFill>
                <a:latin typeface="Times New Roman" pitchFamily="18" charset="0"/>
                <a:cs typeface="Times New Roman" pitchFamily="18" charset="0"/>
              </a:rPr>
              <a:t>wrapped</a:t>
            </a:r>
            <a:r>
              <a:rPr sz="2550" spc="275" dirty="0">
                <a:solidFill>
                  <a:srgbClr val="464646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-25" dirty="0" smtClean="0">
                <a:solidFill>
                  <a:srgbClr val="425966"/>
                </a:solidFill>
                <a:latin typeface="Times New Roman" pitchFamily="18" charset="0"/>
                <a:cs typeface="Times New Roman" pitchFamily="18" charset="0"/>
              </a:rPr>
              <a:t>in</a:t>
            </a:r>
            <a:r>
              <a:rPr lang="en-US" sz="2550" dirty="0">
                <a:solidFill>
                  <a:srgbClr val="425966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 smtClean="0">
                <a:solidFill>
                  <a:srgbClr val="6B5B8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sz="2550" spc="-235" dirty="0" smtClean="0">
                <a:solidFill>
                  <a:srgbClr val="6B5B8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185" dirty="0">
                <a:solidFill>
                  <a:srgbClr val="6D6982"/>
                </a:solidFill>
                <a:latin typeface="Times New Roman" pitchFamily="18" charset="0"/>
                <a:cs typeface="Times New Roman" pitchFamily="18" charset="0"/>
              </a:rPr>
              <a:t>config</a:t>
            </a:r>
            <a:r>
              <a:rPr sz="2550" spc="-355" dirty="0">
                <a:solidFill>
                  <a:srgbClr val="6D698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rgbClr val="6E577C"/>
                </a:solidFill>
                <a:latin typeface="Times New Roman" pitchFamily="18" charset="0"/>
                <a:cs typeface="Times New Roman" pitchFamily="18" charset="0"/>
              </a:rPr>
              <a:t>-</a:t>
            </a:r>
            <a:r>
              <a:rPr sz="2550" spc="-370" dirty="0">
                <a:solidFill>
                  <a:srgbClr val="6E577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125" dirty="0">
                <a:solidFill>
                  <a:srgbClr val="7B6490"/>
                </a:solidFill>
                <a:latin typeface="Times New Roman" pitchFamily="18" charset="0"/>
                <a:cs typeface="Times New Roman" pitchFamily="18" charset="0"/>
              </a:rPr>
              <a:t>container</a:t>
            </a:r>
            <a:r>
              <a:rPr sz="2550" dirty="0">
                <a:solidFill>
                  <a:srgbClr val="7B6490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sz="2550" spc="25" dirty="0">
                <a:solidFill>
                  <a:srgbClr val="444444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sz="2550" dirty="0">
                <a:solidFill>
                  <a:srgbClr val="3B5775"/>
                </a:solidFill>
                <a:latin typeface="Times New Roman" pitchFamily="18" charset="0"/>
                <a:cs typeface="Times New Roman" pitchFamily="18" charset="0"/>
              </a:rPr>
              <a:t>It</a:t>
            </a:r>
            <a:r>
              <a:rPr sz="2550" spc="345" dirty="0">
                <a:solidFill>
                  <a:srgbClr val="3B5775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rgbClr val="464646"/>
                </a:solidFill>
                <a:latin typeface="Times New Roman" pitchFamily="18" charset="0"/>
                <a:cs typeface="Times New Roman" pitchFamily="18" charset="0"/>
              </a:rPr>
              <a:t>collects</a:t>
            </a:r>
            <a:r>
              <a:rPr sz="2550" spc="505" dirty="0">
                <a:solidFill>
                  <a:srgbClr val="464646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rgbClr val="484848"/>
                </a:solidFill>
                <a:latin typeface="Times New Roman" pitchFamily="18" charset="0"/>
                <a:cs typeface="Times New Roman" pitchFamily="18" charset="0"/>
              </a:rPr>
              <a:t>user</a:t>
            </a:r>
            <a:r>
              <a:rPr sz="2550" spc="380" dirty="0">
                <a:solidFill>
                  <a:srgbClr val="484848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rgbClr val="4B4B4B"/>
                </a:solidFill>
                <a:latin typeface="Times New Roman" pitchFamily="18" charset="0"/>
                <a:cs typeface="Times New Roman" pitchFamily="18" charset="0"/>
              </a:rPr>
              <a:t>input</a:t>
            </a:r>
            <a:r>
              <a:rPr sz="2550" spc="450" dirty="0">
                <a:solidFill>
                  <a:srgbClr val="4B4B4B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rgbClr val="464646"/>
                </a:solidFill>
                <a:latin typeface="Times New Roman" pitchFamily="18" charset="0"/>
                <a:cs typeface="Times New Roman" pitchFamily="18" charset="0"/>
              </a:rPr>
              <a:t>regarding</a:t>
            </a:r>
            <a:r>
              <a:rPr sz="2550" spc="280" dirty="0">
                <a:solidFill>
                  <a:srgbClr val="464646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75" dirty="0">
                <a:solidFill>
                  <a:srgbClr val="4B4B4B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550" spc="295" dirty="0">
                <a:solidFill>
                  <a:srgbClr val="4B4B4B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quiz</a:t>
            </a:r>
            <a:r>
              <a:rPr sz="2550" spc="350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-10" dirty="0">
                <a:solidFill>
                  <a:srgbClr val="464646"/>
                </a:solidFill>
                <a:latin typeface="Times New Roman" pitchFamily="18" charset="0"/>
                <a:cs typeface="Times New Roman" pitchFamily="18" charset="0"/>
              </a:rPr>
              <a:t>category </a:t>
            </a:r>
            <a:r>
              <a:rPr sz="2550" dirty="0">
                <a:solidFill>
                  <a:srgbClr val="484848"/>
                </a:solidFill>
                <a:latin typeface="Times New Roman" pitchFamily="18" charset="0"/>
                <a:cs typeface="Times New Roman" pitchFamily="18" charset="0"/>
              </a:rPr>
              <a:t>(National</a:t>
            </a:r>
            <a:r>
              <a:rPr sz="2550" spc="300" dirty="0">
                <a:solidFill>
                  <a:srgbClr val="484848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rgbClr val="3B3B3B"/>
                </a:solidFill>
                <a:latin typeface="Times New Roman" pitchFamily="18" charset="0"/>
                <a:cs typeface="Times New Roman" pitchFamily="18" charset="0"/>
              </a:rPr>
              <a:t>vs.</a:t>
            </a:r>
            <a:r>
              <a:rPr sz="2550" spc="70" dirty="0">
                <a:solidFill>
                  <a:srgbClr val="3B3B3B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45" dirty="0">
                <a:solidFill>
                  <a:srgbClr val="4B4B4B"/>
                </a:solidFill>
                <a:latin typeface="Times New Roman" pitchFamily="18" charset="0"/>
                <a:cs typeface="Times New Roman" pitchFamily="18" charset="0"/>
              </a:rPr>
              <a:t>International)</a:t>
            </a:r>
            <a:r>
              <a:rPr sz="2550" spc="85" dirty="0">
                <a:solidFill>
                  <a:srgbClr val="4B4B4B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rgbClr val="464646"/>
                </a:solidFill>
                <a:latin typeface="Times New Roman" pitchFamily="18" charset="0"/>
                <a:cs typeface="Times New Roman" pitchFamily="18" charset="0"/>
              </a:rPr>
              <a:t>and </a:t>
            </a:r>
            <a:r>
              <a:rPr sz="2550" spc="75" dirty="0">
                <a:solidFill>
                  <a:srgbClr val="4B4B4B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550" spc="170" dirty="0">
                <a:solidFill>
                  <a:srgbClr val="4B4B4B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40" dirty="0">
                <a:solidFill>
                  <a:srgbClr val="3D3D3D"/>
                </a:solidFill>
                <a:latin typeface="Times New Roman" pitchFamily="18" charset="0"/>
                <a:cs typeface="Times New Roman" pitchFamily="18" charset="0"/>
              </a:rPr>
              <a:t>desired </a:t>
            </a:r>
            <a:r>
              <a:rPr sz="2550" spc="-10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number</a:t>
            </a:r>
            <a:r>
              <a:rPr sz="2550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sz="2550" dirty="0">
                <a:solidFill>
                  <a:srgbClr val="4F4F4F"/>
                </a:solidFill>
                <a:latin typeface="Times New Roman" pitchFamily="18" charset="0"/>
                <a:cs typeface="Times New Roman" pitchFamily="18" charset="0"/>
              </a:rPr>
              <a:t>of</a:t>
            </a:r>
            <a:r>
              <a:rPr sz="2550" spc="240" dirty="0">
                <a:solidFill>
                  <a:srgbClr val="4F4F4F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-10" dirty="0">
                <a:solidFill>
                  <a:srgbClr val="4B4B4B"/>
                </a:solidFill>
                <a:latin typeface="Times New Roman" pitchFamily="18" charset="0"/>
                <a:cs typeface="Times New Roman" pitchFamily="18" charset="0"/>
              </a:rPr>
              <a:t>questions</a:t>
            </a:r>
            <a:r>
              <a:rPr sz="2550" dirty="0">
                <a:solidFill>
                  <a:srgbClr val="4B4B4B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sz="2550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before</a:t>
            </a:r>
            <a:r>
              <a:rPr sz="2550" spc="200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75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550" spc="240" dirty="0">
                <a:solidFill>
                  <a:srgbClr val="494949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rgbClr val="424242"/>
                </a:solidFill>
                <a:latin typeface="Times New Roman" pitchFamily="18" charset="0"/>
                <a:cs typeface="Times New Roman" pitchFamily="18" charset="0"/>
              </a:rPr>
              <a:t>game</a:t>
            </a:r>
            <a:r>
              <a:rPr sz="2550" spc="300" dirty="0">
                <a:solidFill>
                  <a:srgbClr val="42424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-10" dirty="0">
                <a:solidFill>
                  <a:srgbClr val="444444"/>
                </a:solidFill>
                <a:latin typeface="Times New Roman" pitchFamily="18" charset="0"/>
                <a:cs typeface="Times New Roman" pitchFamily="18" charset="0"/>
              </a:rPr>
              <a:t>starts.</a:t>
            </a:r>
            <a:endParaRPr sz="25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70218" y="4625902"/>
            <a:ext cx="7402195" cy="2868093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13335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105"/>
              </a:spcBef>
            </a:pPr>
            <a:r>
              <a:rPr sz="3600" dirty="0">
                <a:solidFill>
                  <a:srgbClr val="6E3DBD"/>
                </a:solidFill>
                <a:latin typeface="Arial MT"/>
                <a:cs typeface="Arial MT"/>
              </a:rPr>
              <a:t>2.</a:t>
            </a:r>
            <a:r>
              <a:rPr sz="3600" spc="-275" dirty="0">
                <a:solidFill>
                  <a:srgbClr val="6E3DBD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562FA1"/>
                </a:solidFill>
                <a:latin typeface="Arial MT"/>
                <a:cs typeface="Arial MT"/>
              </a:rPr>
              <a:t>Active</a:t>
            </a:r>
            <a:r>
              <a:rPr sz="3600" spc="-160" dirty="0">
                <a:solidFill>
                  <a:srgbClr val="562FA1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5D31A1"/>
                </a:solidFill>
                <a:latin typeface="Arial MT"/>
                <a:cs typeface="Arial MT"/>
              </a:rPr>
              <a:t>Quiz </a:t>
            </a:r>
            <a:r>
              <a:rPr sz="3600" spc="-20" dirty="0">
                <a:solidFill>
                  <a:srgbClr val="5D31AC"/>
                </a:solidFill>
                <a:latin typeface="Arial MT"/>
                <a:cs typeface="Arial MT"/>
              </a:rPr>
              <a:t>View</a:t>
            </a:r>
            <a:endParaRPr sz="3600" dirty="0">
              <a:latin typeface="Arial MT"/>
              <a:cs typeface="Arial MT"/>
            </a:endParaRPr>
          </a:p>
          <a:p>
            <a:pPr marL="12700" marR="5080" indent="13970">
              <a:lnSpc>
                <a:spcPct val="132400"/>
              </a:lnSpc>
              <a:spcBef>
                <a:spcPts val="2060"/>
              </a:spcBef>
              <a:tabLst>
                <a:tab pos="1645285" algn="l"/>
                <a:tab pos="5754370" algn="l"/>
                <a:tab pos="6066790" algn="l"/>
              </a:tabLst>
            </a:pPr>
            <a:r>
              <a:rPr sz="2450" spc="5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450" spc="24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5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main</a:t>
            </a:r>
            <a:r>
              <a:rPr sz="2450" spc="28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5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game</a:t>
            </a:r>
            <a:r>
              <a:rPr sz="2450" spc="24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50" spc="11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interface</a:t>
            </a:r>
            <a:r>
              <a:rPr sz="2450" spc="395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50" spc="75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wrapped</a:t>
            </a:r>
            <a:r>
              <a:rPr sz="2450" spc="195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50" spc="25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in</a:t>
            </a:r>
            <a:r>
              <a:rPr lang="en-US" sz="245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5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sz="2450" spc="-195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50" spc="155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quiz</a:t>
            </a:r>
            <a:r>
              <a:rPr sz="2450" spc="-25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50" spc="3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sz="2450" spc="145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containe</a:t>
            </a:r>
            <a:r>
              <a:rPr sz="2450" spc="6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5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sz="2450" spc="-1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50" spc="55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Initially</a:t>
            </a:r>
            <a:r>
              <a:rPr sz="2450" spc="19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50" spc="65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hidden</a:t>
            </a:r>
            <a:r>
              <a:rPr sz="2450" spc="22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5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via</a:t>
            </a:r>
            <a:r>
              <a:rPr sz="2450" spc="125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5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CSS</a:t>
            </a:r>
            <a:r>
              <a:rPr sz="2450" spc="225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5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sz="2450" spc="225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50" spc="-25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dis</a:t>
            </a:r>
            <a:r>
              <a:rPr sz="2450" spc="18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play</a:t>
            </a:r>
            <a:r>
              <a:rPr sz="2450" spc="-254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50" spc="6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sz="245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none</a:t>
            </a:r>
            <a:r>
              <a:rPr sz="2450" spc="26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50" spc="55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),</a:t>
            </a:r>
            <a:r>
              <a:rPr sz="2450" spc="65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5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it</a:t>
            </a:r>
            <a:r>
              <a:rPr sz="2450" spc="325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50" spc="65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contains</a:t>
            </a:r>
            <a:r>
              <a:rPr sz="2450" spc="285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50" spc="75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450" spc="32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5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HUD</a:t>
            </a:r>
            <a:r>
              <a:rPr sz="2450" spc="229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50" spc="75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(heads-</a:t>
            </a:r>
            <a:r>
              <a:rPr sz="2450" spc="9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up</a:t>
            </a:r>
            <a:r>
              <a:rPr sz="2450" spc="25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5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display)</a:t>
            </a:r>
            <a:r>
              <a:rPr sz="2450" spc="325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50" spc="3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for </a:t>
            </a:r>
            <a:r>
              <a:rPr sz="2550" spc="75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550" spc="15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timer,</a:t>
            </a:r>
            <a:r>
              <a:rPr sz="2550" spc="235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75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550" spc="245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question</a:t>
            </a:r>
            <a:r>
              <a:rPr sz="2550" spc="275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75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text</a:t>
            </a:r>
            <a:r>
              <a:rPr sz="2550" spc="35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area,</a:t>
            </a:r>
            <a:r>
              <a:rPr sz="2550" spc="315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and</a:t>
            </a:r>
            <a:r>
              <a:rPr sz="2550" spc="14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-1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answer options.</a:t>
            </a:r>
            <a:endParaRPr sz="255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67756" y="942379"/>
            <a:ext cx="2324536" cy="579563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73426" y="5842754"/>
            <a:ext cx="2355949" cy="91096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209021" y="3636014"/>
            <a:ext cx="1916172" cy="1884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342525" y="3227650"/>
            <a:ext cx="808875" cy="9423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973426" y="926673"/>
            <a:ext cx="2355949" cy="64395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910511" y="5842754"/>
            <a:ext cx="2355949" cy="91096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311021" y="4664779"/>
            <a:ext cx="463336" cy="15706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311021" y="2599397"/>
            <a:ext cx="463336" cy="10994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7394758" y="2583690"/>
            <a:ext cx="471189" cy="16491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5910511" y="926673"/>
            <a:ext cx="2355949" cy="91096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9648616" y="4350653"/>
            <a:ext cx="455483" cy="141356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8847593" y="926673"/>
            <a:ext cx="1256506" cy="926673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4928865" y="8159437"/>
            <a:ext cx="3211944" cy="337686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8855447" y="5779928"/>
            <a:ext cx="1248653" cy="722491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6405259" y="4185736"/>
            <a:ext cx="1374303" cy="337686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4928865" y="6926490"/>
            <a:ext cx="5175235" cy="808875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4928865" y="8819103"/>
            <a:ext cx="243448" cy="243448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241805" y="1656751"/>
            <a:ext cx="6355715" cy="8305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250" spc="-225" dirty="0">
                <a:solidFill>
                  <a:srgbClr val="3F1664"/>
                </a:solidFill>
                <a:latin typeface="Arial MT"/>
                <a:cs typeface="Arial MT"/>
              </a:rPr>
              <a:t>CSS</a:t>
            </a:r>
            <a:r>
              <a:rPr sz="5250" spc="-180" dirty="0">
                <a:solidFill>
                  <a:srgbClr val="3F1664"/>
                </a:solidFill>
                <a:latin typeface="Arial MT"/>
                <a:cs typeface="Arial MT"/>
              </a:rPr>
              <a:t> </a:t>
            </a:r>
            <a:r>
              <a:rPr sz="5250" spc="105" dirty="0">
                <a:solidFill>
                  <a:srgbClr val="411862"/>
                </a:solidFill>
                <a:latin typeface="Arial MT"/>
                <a:cs typeface="Arial MT"/>
              </a:rPr>
              <a:t>Styling</a:t>
            </a:r>
            <a:r>
              <a:rPr sz="5250" spc="40" dirty="0">
                <a:solidFill>
                  <a:srgbClr val="411862"/>
                </a:solidFill>
                <a:latin typeface="Arial MT"/>
                <a:cs typeface="Arial MT"/>
              </a:rPr>
              <a:t> </a:t>
            </a:r>
            <a:r>
              <a:rPr sz="5250" spc="60" dirty="0">
                <a:solidFill>
                  <a:srgbClr val="360C5B"/>
                </a:solidFill>
                <a:latin typeface="Arial MT"/>
                <a:cs typeface="Arial MT"/>
              </a:rPr>
              <a:t>Strategy</a:t>
            </a:r>
            <a:endParaRPr sz="525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797250" y="6500190"/>
            <a:ext cx="5093970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dirty="0">
                <a:solidFill>
                  <a:srgbClr val="3D3D3D"/>
                </a:solidFill>
                <a:latin typeface="Arial MT"/>
                <a:cs typeface="Arial MT"/>
              </a:rPr>
              <a:t>elevated</a:t>
            </a:r>
            <a:r>
              <a:rPr sz="2550" spc="430" dirty="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sz="2550" spc="55" dirty="0">
                <a:solidFill>
                  <a:srgbClr val="494949"/>
                </a:solidFill>
                <a:latin typeface="Arial MT"/>
                <a:cs typeface="Arial MT"/>
              </a:rPr>
              <a:t>"floating</a:t>
            </a:r>
            <a:r>
              <a:rPr sz="2550" spc="315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2550" dirty="0">
                <a:solidFill>
                  <a:srgbClr val="4F4F4F"/>
                </a:solidFill>
                <a:latin typeface="Arial MT"/>
                <a:cs typeface="Arial MT"/>
              </a:rPr>
              <a:t>card"</a:t>
            </a:r>
            <a:r>
              <a:rPr sz="2550" spc="450" dirty="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sz="2550" spc="-10" dirty="0">
                <a:solidFill>
                  <a:srgbClr val="3D3D3D"/>
                </a:solidFill>
                <a:latin typeface="Arial MT"/>
                <a:cs typeface="Arial MT"/>
              </a:rPr>
              <a:t>aesthetic.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919384" y="7803161"/>
            <a:ext cx="6819900" cy="438150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936875" algn="l"/>
              </a:tabLst>
            </a:pPr>
            <a:r>
              <a:rPr sz="2700" spc="-15" dirty="0">
                <a:solidFill>
                  <a:srgbClr val="644D85"/>
                </a:solidFill>
                <a:latin typeface="Arial MT"/>
                <a:cs typeface="Arial MT"/>
              </a:rPr>
              <a:t>.</a:t>
            </a:r>
            <a:r>
              <a:rPr sz="2700" spc="-285" dirty="0">
                <a:solidFill>
                  <a:srgbClr val="644D85"/>
                </a:solidFill>
                <a:latin typeface="Arial MT"/>
                <a:cs typeface="Arial MT"/>
              </a:rPr>
              <a:t> </a:t>
            </a:r>
            <a:r>
              <a:rPr sz="2700" spc="60" dirty="0">
                <a:solidFill>
                  <a:srgbClr val="917BA8"/>
                </a:solidFill>
                <a:latin typeface="Times New Roman" pitchFamily="18" charset="0"/>
                <a:cs typeface="Times New Roman" pitchFamily="18" charset="0"/>
              </a:rPr>
              <a:t>category-</a:t>
            </a:r>
            <a:r>
              <a:rPr sz="2700" spc="-10" dirty="0">
                <a:solidFill>
                  <a:srgbClr val="725E83"/>
                </a:solidFill>
                <a:latin typeface="Times New Roman" pitchFamily="18" charset="0"/>
                <a:cs typeface="Times New Roman" pitchFamily="18" charset="0"/>
              </a:rPr>
              <a:t>option</a:t>
            </a:r>
            <a:r>
              <a:rPr sz="2700" dirty="0">
                <a:solidFill>
                  <a:srgbClr val="725E83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sz="2700" spc="-2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and</a:t>
            </a:r>
            <a:r>
              <a:rPr sz="2700" spc="-12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buttons</a:t>
            </a:r>
            <a:r>
              <a:rPr sz="2700" spc="35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feature</a:t>
            </a:r>
            <a:r>
              <a:rPr sz="2700" spc="15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-25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hover</a:t>
            </a:r>
            <a:endParaRPr sz="27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790490" y="8201611"/>
            <a:ext cx="6403975" cy="1049655"/>
          </a:xfrm>
          <a:prstGeom prst="rect">
            <a:avLst/>
          </a:prstGeom>
        </p:spPr>
        <p:txBody>
          <a:bodyPr vert="horz" wrap="square" lIns="0" tIns="12509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985"/>
              </a:spcBef>
            </a:pPr>
            <a:r>
              <a:rPr sz="2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states</a:t>
            </a:r>
            <a:r>
              <a:rPr sz="2700" spc="2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using</a:t>
            </a:r>
            <a:r>
              <a:rPr sz="2700" spc="-7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-18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CSS</a:t>
            </a:r>
            <a:r>
              <a:rPr sz="2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transitions</a:t>
            </a:r>
            <a:r>
              <a:rPr sz="2700" spc="12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for</a:t>
            </a:r>
            <a:r>
              <a:rPr sz="2700" spc="6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sz="2700" spc="-7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-1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polished</a:t>
            </a:r>
            <a:endParaRPr sz="27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12700">
              <a:lnSpc>
                <a:spcPct val="100000"/>
              </a:lnSpc>
              <a:spcBef>
                <a:spcPts val="870"/>
              </a:spcBef>
            </a:pPr>
            <a:r>
              <a:rPr sz="2550" spc="-1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feel.</a:t>
            </a:r>
            <a:endParaRPr sz="255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761772" y="3563106"/>
            <a:ext cx="7223478" cy="46246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6515" marR="17780" indent="-24130">
              <a:lnSpc>
                <a:spcPct val="129299"/>
              </a:lnSpc>
              <a:spcBef>
                <a:spcPts val="95"/>
              </a:spcBef>
              <a:tabLst>
                <a:tab pos="917575" algn="l"/>
                <a:tab pos="2969260" algn="l"/>
                <a:tab pos="3067685" algn="l"/>
                <a:tab pos="3831590" algn="l"/>
                <a:tab pos="4711700" algn="l"/>
                <a:tab pos="5632450" algn="l"/>
              </a:tabLst>
            </a:pPr>
            <a:r>
              <a:rPr sz="2550" spc="7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Flexbox</a:t>
            </a:r>
            <a:r>
              <a:rPr sz="2550" spc="16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5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Centering: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	</a:t>
            </a:r>
            <a:r>
              <a:rPr sz="2550" spc="-2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sz="2550" spc="-2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body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sz="2550" spc="-2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uses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sz="2550" spc="18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display</a:t>
            </a:r>
            <a:r>
              <a:rPr sz="2550" spc="-24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5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sz="2550" spc="27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flex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sz="2550" spc="1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to</a:t>
            </a:r>
            <a:r>
              <a:rPr sz="2550" spc="17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perfectly</a:t>
            </a:r>
            <a:r>
              <a:rPr sz="2550" spc="40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center</a:t>
            </a:r>
            <a:r>
              <a:rPr sz="2550" spc="35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7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550" spc="24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quiz</a:t>
            </a:r>
            <a:r>
              <a:rPr sz="2550" spc="29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card</a:t>
            </a:r>
            <a:r>
              <a:rPr sz="2550" spc="16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on</a:t>
            </a:r>
            <a:r>
              <a:rPr sz="2550" spc="13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screen,</a:t>
            </a:r>
            <a:r>
              <a:rPr sz="2550" spc="459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-1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regardless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of</a:t>
            </a:r>
            <a:r>
              <a:rPr sz="2550" spc="31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device</a:t>
            </a:r>
            <a:r>
              <a:rPr sz="2550" spc="42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-1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size.</a:t>
            </a:r>
            <a:endParaRPr sz="255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48260" marR="512445" indent="-5080">
              <a:lnSpc>
                <a:spcPct val="124900"/>
              </a:lnSpc>
              <a:spcBef>
                <a:spcPts val="2610"/>
              </a:spcBef>
              <a:tabLst>
                <a:tab pos="784225" algn="l"/>
                <a:tab pos="3211195" algn="l"/>
                <a:tab pos="3879215" algn="l"/>
                <a:tab pos="4617085" algn="l"/>
              </a:tabLst>
            </a:pPr>
            <a:r>
              <a:rPr sz="2550" spc="7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Card</a:t>
            </a:r>
            <a:r>
              <a:rPr sz="2550" spc="3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UI:</a:t>
            </a:r>
            <a:r>
              <a:rPr sz="2550" spc="17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Both</a:t>
            </a:r>
            <a:r>
              <a:rPr sz="2550" spc="22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-1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containers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sz="2550" spc="-2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use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sz="2550" spc="-9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box</a:t>
            </a:r>
            <a:r>
              <a:rPr sz="2550" spc="-2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-</a:t>
            </a:r>
            <a:r>
              <a:rPr sz="2550" spc="-34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-2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shadow and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sz="2550" spc="7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border</a:t>
            </a:r>
            <a:r>
              <a:rPr sz="2550" spc="-12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-</a:t>
            </a:r>
            <a:r>
              <a:rPr sz="2550" spc="-38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1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radius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sz="2550" spc="1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to</a:t>
            </a:r>
            <a:r>
              <a:rPr sz="2550" spc="14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create</a:t>
            </a:r>
            <a:r>
              <a:rPr sz="2550" spc="2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sz="2550" spc="1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-1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modern, </a:t>
            </a:r>
            <a:r>
              <a:rPr sz="2700" spc="-1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Visual</a:t>
            </a:r>
            <a:r>
              <a:rPr sz="2700" spc="-229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Feedback:</a:t>
            </a:r>
            <a:r>
              <a:rPr sz="2700" spc="-2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Interactive</a:t>
            </a:r>
            <a:r>
              <a:rPr sz="2700" spc="114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elements</a:t>
            </a:r>
            <a:r>
              <a:rPr sz="2700" spc="21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-2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li</a:t>
            </a:r>
            <a:r>
              <a:rPr sz="2700" spc="-9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sz="13875" spc="-6465" baseline="-9309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sz="2700" spc="-2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endParaRPr sz="27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686450" y="8028285"/>
            <a:ext cx="1139825" cy="2806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50" spc="-50" dirty="0">
                <a:latin typeface="Cambria"/>
                <a:cs typeface="Cambria"/>
              </a:rPr>
              <a:t>Lorem</a:t>
            </a:r>
            <a:r>
              <a:rPr sz="1650" spc="-5" dirty="0">
                <a:latin typeface="Cambria"/>
                <a:cs typeface="Cambria"/>
              </a:rPr>
              <a:t> </a:t>
            </a:r>
            <a:r>
              <a:rPr sz="1650" spc="-80" dirty="0">
                <a:latin typeface="Cambria"/>
                <a:cs typeface="Cambria"/>
              </a:rPr>
              <a:t>lpeum</a:t>
            </a:r>
            <a:endParaRPr sz="1650">
              <a:latin typeface="Cambria"/>
              <a:cs typeface="Cambria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16360801" y="1709760"/>
            <a:ext cx="1424940" cy="8896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1123315" algn="l"/>
              </a:tabLst>
            </a:pPr>
            <a:r>
              <a:rPr sz="5650" spc="-420" dirty="0">
                <a:solidFill>
                  <a:srgbClr val="8370E4"/>
                </a:solidFill>
                <a:latin typeface="Times New Roman"/>
                <a:cs typeface="Times New Roman"/>
              </a:rPr>
              <a:t>q</a:t>
            </a:r>
            <a:r>
              <a:rPr sz="5650" dirty="0">
                <a:solidFill>
                  <a:srgbClr val="8370E4"/>
                </a:solidFill>
                <a:latin typeface="Times New Roman"/>
                <a:cs typeface="Times New Roman"/>
              </a:rPr>
              <a:t>	</a:t>
            </a:r>
            <a:r>
              <a:rPr sz="5650" spc="-615" dirty="0">
                <a:solidFill>
                  <a:srgbClr val="7E69EF"/>
                </a:solidFill>
                <a:latin typeface="Times New Roman"/>
                <a:cs typeface="Times New Roman"/>
              </a:rPr>
              <a:t>n</a:t>
            </a:r>
            <a:endParaRPr sz="5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30"/>
              </a:spcBef>
            </a:pPr>
            <a:r>
              <a:rPr sz="5250" dirty="0">
                <a:solidFill>
                  <a:srgbClr val="3D1856"/>
                </a:solidFill>
              </a:rPr>
              <a:t>Data</a:t>
            </a:r>
            <a:r>
              <a:rPr sz="5250" spc="35" dirty="0">
                <a:solidFill>
                  <a:srgbClr val="3D1856"/>
                </a:solidFill>
              </a:rPr>
              <a:t> </a:t>
            </a:r>
            <a:r>
              <a:rPr sz="5250" spc="80" dirty="0">
                <a:solidFill>
                  <a:srgbClr val="3F185B"/>
                </a:solidFill>
              </a:rPr>
              <a:t>Management:</a:t>
            </a:r>
            <a:r>
              <a:rPr sz="5250" spc="270" dirty="0">
                <a:solidFill>
                  <a:srgbClr val="3F185B"/>
                </a:solidFill>
              </a:rPr>
              <a:t> </a:t>
            </a:r>
            <a:r>
              <a:rPr sz="5250" spc="85" dirty="0">
                <a:solidFill>
                  <a:srgbClr val="3F1567"/>
                </a:solidFill>
              </a:rPr>
              <a:t>The</a:t>
            </a:r>
            <a:r>
              <a:rPr sz="5250" spc="-75" dirty="0">
                <a:solidFill>
                  <a:srgbClr val="3F1567"/>
                </a:solidFill>
              </a:rPr>
              <a:t> </a:t>
            </a:r>
            <a:r>
              <a:rPr sz="5250" dirty="0">
                <a:solidFill>
                  <a:srgbClr val="3A1862"/>
                </a:solidFill>
              </a:rPr>
              <a:t>Question</a:t>
            </a:r>
            <a:r>
              <a:rPr sz="5250" spc="185" dirty="0">
                <a:solidFill>
                  <a:srgbClr val="3A1862"/>
                </a:solidFill>
              </a:rPr>
              <a:t> </a:t>
            </a:r>
            <a:r>
              <a:rPr sz="5250" spc="-20" dirty="0">
                <a:solidFill>
                  <a:srgbClr val="3D1859"/>
                </a:solidFill>
              </a:rPr>
              <a:t>Bank</a:t>
            </a:r>
            <a:endParaRPr sz="5250"/>
          </a:p>
        </p:txBody>
      </p:sp>
      <p:sp>
        <p:nvSpPr>
          <p:cNvPr id="6" name="object 6"/>
          <p:cNvSpPr txBox="1">
            <a:spLocks noGrp="1"/>
          </p:cNvSpPr>
          <p:nvPr>
            <p:ph idx="1"/>
          </p:nvPr>
        </p:nvSpPr>
        <p:spPr>
          <a:xfrm>
            <a:off x="670137" y="2562929"/>
            <a:ext cx="19098895" cy="284789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971373" lvl="8">
              <a:spcBef>
                <a:spcPts val="105"/>
              </a:spcBef>
              <a:buNone/>
            </a:pPr>
            <a:r>
              <a:rPr sz="4800" dirty="0">
                <a:latin typeface="Algerian" pitchFamily="82" charset="0"/>
              </a:rPr>
              <a:t>Structured</a:t>
            </a:r>
            <a:r>
              <a:rPr sz="4800" spc="35" dirty="0">
                <a:latin typeface="Algerian" pitchFamily="82" charset="0"/>
              </a:rPr>
              <a:t> </a:t>
            </a:r>
            <a:r>
              <a:rPr sz="4800" dirty="0">
                <a:solidFill>
                  <a:srgbClr val="5E2F9A"/>
                </a:solidFill>
                <a:latin typeface="Algerian" pitchFamily="82" charset="0"/>
              </a:rPr>
              <a:t>Object</a:t>
            </a:r>
            <a:r>
              <a:rPr sz="4800" spc="30" dirty="0">
                <a:solidFill>
                  <a:srgbClr val="5E2F9A"/>
                </a:solidFill>
                <a:latin typeface="Algerian" pitchFamily="82" charset="0"/>
              </a:rPr>
              <a:t> </a:t>
            </a:r>
            <a:r>
              <a:rPr sz="4800" spc="-10" dirty="0">
                <a:solidFill>
                  <a:srgbClr val="6031A3"/>
                </a:solidFill>
                <a:latin typeface="Algerian" pitchFamily="82" charset="0"/>
              </a:rPr>
              <a:t>Storage</a:t>
            </a:r>
          </a:p>
          <a:p>
            <a:pPr marL="15240" marR="135255" indent="5080">
              <a:lnSpc>
                <a:spcPct val="129299"/>
              </a:lnSpc>
              <a:spcBef>
                <a:spcPts val="2020"/>
              </a:spcBef>
              <a:tabLst>
                <a:tab pos="3818254" algn="l"/>
                <a:tab pos="4932680" algn="l"/>
                <a:tab pos="7185025" algn="l"/>
              </a:tabLst>
            </a:pP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550" spc="16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app</a:t>
            </a:r>
            <a:r>
              <a:rPr sz="2550" spc="7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uses</a:t>
            </a:r>
            <a:r>
              <a:rPr sz="2550" spc="22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sz="2550" spc="10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-1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constant</a:t>
            </a:r>
            <a:r>
              <a:rPr lang="en-US" sz="255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-1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object</a:t>
            </a:r>
            <a:r>
              <a:rPr lang="en-US" sz="255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19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allguestions</a:t>
            </a:r>
            <a:r>
              <a:rPr lang="en-US" sz="255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1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to</a:t>
            </a:r>
            <a:r>
              <a:rPr sz="2550" spc="19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4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store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data.</a:t>
            </a:r>
            <a:r>
              <a:rPr sz="2550" spc="27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This</a:t>
            </a:r>
            <a:r>
              <a:rPr sz="2550" spc="26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keeps</a:t>
            </a:r>
            <a:r>
              <a:rPr sz="2550" spc="22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7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550" spc="17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data</a:t>
            </a:r>
            <a:r>
              <a:rPr sz="2550" spc="19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layer</a:t>
            </a:r>
            <a:r>
              <a:rPr sz="2550" spc="36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separate</a:t>
            </a:r>
            <a:r>
              <a:rPr sz="2550" spc="24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7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from</a:t>
            </a:r>
            <a:r>
              <a:rPr sz="2550" spc="18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7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550" spc="15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-1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logic layer.</a:t>
            </a:r>
            <a:endParaRPr sz="255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15875" marR="5080" indent="-3810" algn="just">
              <a:lnSpc>
                <a:spcPct val="128699"/>
              </a:lnSpc>
              <a:spcBef>
                <a:spcPts val="2490"/>
              </a:spcBef>
            </a:pP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Keys</a:t>
            </a:r>
            <a:r>
              <a:rPr sz="2550" spc="27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5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represent</a:t>
            </a:r>
            <a:r>
              <a:rPr sz="2550" spc="409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categories</a:t>
            </a:r>
            <a:r>
              <a:rPr sz="2550" spc="51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(e.g.,</a:t>
            </a:r>
            <a:r>
              <a:rPr sz="2550" spc="12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sz="2550" spc="22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national</a:t>
            </a:r>
            <a:r>
              <a:rPr sz="2550" spc="7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),</a:t>
            </a:r>
            <a:r>
              <a:rPr sz="2550" spc="13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</a:t>
            </a:r>
            <a:r>
              <a:rPr sz="2550" spc="9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-1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values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are</a:t>
            </a:r>
            <a:r>
              <a:rPr sz="2550" spc="24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arrays</a:t>
            </a:r>
            <a:r>
              <a:rPr sz="2550" spc="42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of</a:t>
            </a:r>
            <a:r>
              <a:rPr sz="2550" spc="32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question</a:t>
            </a:r>
            <a:r>
              <a:rPr sz="2550" spc="39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objects.</a:t>
            </a:r>
            <a:r>
              <a:rPr sz="2550" spc="36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Each</a:t>
            </a:r>
            <a:r>
              <a:rPr sz="2550" spc="31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object</a:t>
            </a:r>
            <a:r>
              <a:rPr sz="2550" spc="43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contains</a:t>
            </a:r>
            <a:r>
              <a:rPr sz="2550" spc="409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question</a:t>
            </a:r>
            <a:r>
              <a:rPr sz="2550" spc="37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5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string,</a:t>
            </a:r>
            <a:r>
              <a:rPr sz="2550" spc="31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</a:t>
            </a:r>
            <a:r>
              <a:rPr sz="2550" spc="21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array</a:t>
            </a:r>
            <a:r>
              <a:rPr sz="2550" spc="33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of</a:t>
            </a:r>
            <a:r>
              <a:rPr sz="2550" spc="31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options,</a:t>
            </a:r>
            <a:r>
              <a:rPr sz="2550" spc="37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</a:t>
            </a:r>
            <a:r>
              <a:rPr sz="2550" spc="5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7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550" spc="1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index</a:t>
            </a:r>
            <a:r>
              <a:rPr sz="2550" spc="37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of</a:t>
            </a:r>
            <a:r>
              <a:rPr sz="2550" spc="22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sz="2550" spc="6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correct</a:t>
            </a:r>
            <a:r>
              <a:rPr sz="2550" spc="33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-1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answer.</a:t>
            </a:r>
            <a:endParaRPr sz="255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30"/>
              </a:spcBef>
            </a:pPr>
            <a:r>
              <a:rPr sz="5250" spc="75" dirty="0">
                <a:solidFill>
                  <a:srgbClr val="3D1859"/>
                </a:solidFill>
              </a:rPr>
              <a:t>Logic</a:t>
            </a:r>
            <a:r>
              <a:rPr sz="5250" spc="-40" dirty="0">
                <a:solidFill>
                  <a:srgbClr val="3D1859"/>
                </a:solidFill>
              </a:rPr>
              <a:t> </a:t>
            </a:r>
            <a:r>
              <a:rPr sz="5250" spc="70" dirty="0">
                <a:solidFill>
                  <a:srgbClr val="3B135E"/>
                </a:solidFill>
              </a:rPr>
              <a:t>Flow:</a:t>
            </a:r>
            <a:r>
              <a:rPr sz="5250" spc="-215" dirty="0">
                <a:solidFill>
                  <a:srgbClr val="3B135E"/>
                </a:solidFill>
              </a:rPr>
              <a:t> </a:t>
            </a:r>
            <a:r>
              <a:rPr sz="5250" dirty="0"/>
              <a:t>From</a:t>
            </a:r>
            <a:r>
              <a:rPr sz="5250" spc="-40" dirty="0"/>
              <a:t> </a:t>
            </a:r>
            <a:r>
              <a:rPr sz="5250" spc="80" dirty="0">
                <a:solidFill>
                  <a:srgbClr val="421869"/>
                </a:solidFill>
              </a:rPr>
              <a:t>Start</a:t>
            </a:r>
            <a:r>
              <a:rPr sz="5250" spc="-90" dirty="0">
                <a:solidFill>
                  <a:srgbClr val="421869"/>
                </a:solidFill>
              </a:rPr>
              <a:t> </a:t>
            </a:r>
            <a:r>
              <a:rPr sz="5250" spc="85" dirty="0">
                <a:solidFill>
                  <a:srgbClr val="3B1664"/>
                </a:solidFill>
              </a:rPr>
              <a:t>to</a:t>
            </a:r>
            <a:r>
              <a:rPr sz="5250" spc="55" dirty="0">
                <a:solidFill>
                  <a:srgbClr val="3B1664"/>
                </a:solidFill>
              </a:rPr>
              <a:t> </a:t>
            </a:r>
            <a:r>
              <a:rPr sz="5250" spc="-10" dirty="0">
                <a:solidFill>
                  <a:srgbClr val="3D1164"/>
                </a:solidFill>
              </a:rPr>
              <a:t>Finish</a:t>
            </a:r>
            <a:endParaRPr sz="5250"/>
          </a:p>
        </p:txBody>
      </p:sp>
      <p:sp>
        <p:nvSpPr>
          <p:cNvPr id="3" name="object 3"/>
          <p:cNvSpPr txBox="1"/>
          <p:nvPr/>
        </p:nvSpPr>
        <p:spPr>
          <a:xfrm>
            <a:off x="2578640" y="4128908"/>
            <a:ext cx="7089140" cy="3700779"/>
          </a:xfrm>
          <a:prstGeom prst="rect">
            <a:avLst/>
          </a:prstGeom>
        </p:spPr>
        <p:txBody>
          <a:bodyPr vert="horz" wrap="square" lIns="0" tIns="2882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270"/>
              </a:spcBef>
              <a:tabLst>
                <a:tab pos="4727575" algn="l"/>
              </a:tabLst>
            </a:pPr>
            <a:r>
              <a:rPr sz="9800" spc="-969" dirty="0">
                <a:solidFill>
                  <a:srgbClr val="3F1660"/>
                </a:solidFill>
                <a:latin typeface="Arial Black"/>
                <a:cs typeface="Arial Black"/>
              </a:rPr>
              <a:t>o</a:t>
            </a:r>
            <a:r>
              <a:rPr sz="9800" dirty="0">
                <a:solidFill>
                  <a:srgbClr val="3F1660"/>
                </a:solidFill>
                <a:latin typeface="Arial Black"/>
                <a:cs typeface="Arial Black"/>
              </a:rPr>
              <a:t>	</a:t>
            </a:r>
            <a:r>
              <a:rPr sz="9800" spc="-1035" dirty="0">
                <a:solidFill>
                  <a:srgbClr val="3F1660"/>
                </a:solidFill>
                <a:latin typeface="Arial Black"/>
                <a:cs typeface="Arial Black"/>
              </a:rPr>
              <a:t>e</a:t>
            </a:r>
            <a:endParaRPr sz="9800" dirty="0">
              <a:latin typeface="Arial Black"/>
              <a:cs typeface="Arial Black"/>
            </a:endParaRPr>
          </a:p>
          <a:p>
            <a:pPr marL="3124200" algn="ctr">
              <a:lnSpc>
                <a:spcPct val="100000"/>
              </a:lnSpc>
              <a:spcBef>
                <a:spcPts val="810"/>
              </a:spcBef>
            </a:pPr>
            <a:r>
              <a:rPr sz="3600" spc="-20" dirty="0">
                <a:solidFill>
                  <a:srgbClr val="622FB8"/>
                </a:solidFill>
                <a:latin typeface="Arial MT"/>
                <a:cs typeface="Arial MT"/>
              </a:rPr>
              <a:t>Loop</a:t>
            </a:r>
            <a:endParaRPr sz="3600" dirty="0">
              <a:latin typeface="Arial MT"/>
              <a:cs typeface="Arial MT"/>
            </a:endParaRPr>
          </a:p>
          <a:p>
            <a:pPr marL="3093720" algn="ctr">
              <a:lnSpc>
                <a:spcPct val="100000"/>
              </a:lnSpc>
              <a:spcBef>
                <a:spcPts val="2850"/>
              </a:spcBef>
            </a:pP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Load</a:t>
            </a:r>
            <a:r>
              <a:rPr sz="2550" spc="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question.</a:t>
            </a:r>
            <a:r>
              <a:rPr sz="2550" spc="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Start</a:t>
            </a:r>
            <a:r>
              <a:rPr sz="2550" spc="30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-1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timer.</a:t>
            </a:r>
            <a:endParaRPr sz="255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102610" algn="ctr">
              <a:lnSpc>
                <a:spcPct val="100000"/>
              </a:lnSpc>
              <a:spcBef>
                <a:spcPts val="900"/>
              </a:spcBef>
            </a:pP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Wait</a:t>
            </a:r>
            <a:r>
              <a:rPr sz="2550" spc="22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for</a:t>
            </a:r>
            <a:r>
              <a:rPr sz="2550" spc="19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user</a:t>
            </a:r>
            <a:r>
              <a:rPr sz="2550" spc="28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-1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input</a:t>
            </a:r>
            <a:r>
              <a:rPr sz="2550" spc="-10" dirty="0">
                <a:solidFill>
                  <a:schemeClr val="tx1"/>
                </a:solidFill>
                <a:latin typeface="Arial MT"/>
                <a:cs typeface="Arial MT"/>
              </a:rPr>
              <a:t>.</a:t>
            </a:r>
            <a:endParaRPr sz="2550" dirty="0">
              <a:solidFill>
                <a:schemeClr val="tx1"/>
              </a:solidFill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049557" y="4406013"/>
            <a:ext cx="5449570" cy="1517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  <a:tabLst>
                <a:tab pos="4726940" algn="l"/>
              </a:tabLst>
            </a:pPr>
            <a:r>
              <a:rPr sz="9800" spc="-969" dirty="0">
                <a:solidFill>
                  <a:srgbClr val="3D1662"/>
                </a:solidFill>
                <a:latin typeface="Arial Black"/>
                <a:cs typeface="Arial Black"/>
              </a:rPr>
              <a:t>o</a:t>
            </a:r>
            <a:r>
              <a:rPr sz="9800" dirty="0">
                <a:solidFill>
                  <a:srgbClr val="3D1662"/>
                </a:solidFill>
                <a:latin typeface="Arial Black"/>
                <a:cs typeface="Arial Black"/>
              </a:rPr>
              <a:t>	</a:t>
            </a:r>
            <a:r>
              <a:rPr sz="9800" spc="-969" dirty="0">
                <a:solidFill>
                  <a:srgbClr val="3F1660"/>
                </a:solidFill>
                <a:latin typeface="Arial Black"/>
                <a:cs typeface="Arial Black"/>
              </a:rPr>
              <a:t>o</a:t>
            </a:r>
            <a:endParaRPr sz="9800" dirty="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36546" y="6000206"/>
            <a:ext cx="3608704" cy="23317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1905" algn="ctr">
              <a:lnSpc>
                <a:spcPct val="100000"/>
              </a:lnSpc>
              <a:spcBef>
                <a:spcPts val="105"/>
              </a:spcBef>
            </a:pPr>
            <a:r>
              <a:rPr sz="3600" spc="-10" dirty="0">
                <a:solidFill>
                  <a:srgbClr val="5B2DAC"/>
                </a:solidFill>
                <a:latin typeface="Arial MT"/>
                <a:cs typeface="Arial MT"/>
              </a:rPr>
              <a:t>Start</a:t>
            </a:r>
            <a:endParaRPr sz="3600" dirty="0">
              <a:latin typeface="Arial MT"/>
              <a:cs typeface="Arial MT"/>
            </a:endParaRPr>
          </a:p>
          <a:p>
            <a:pPr algn="ctr">
              <a:lnSpc>
                <a:spcPct val="129299"/>
              </a:lnSpc>
              <a:spcBef>
                <a:spcPts val="1955"/>
              </a:spcBef>
            </a:pP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User</a:t>
            </a:r>
            <a:r>
              <a:rPr sz="2550" spc="61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selects</a:t>
            </a:r>
            <a:r>
              <a:rPr sz="2550" spc="54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category</a:t>
            </a:r>
            <a:r>
              <a:rPr sz="2550" spc="459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-15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&amp;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count.</a:t>
            </a:r>
            <a:r>
              <a:rPr sz="2550" spc="4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Script</a:t>
            </a:r>
            <a:r>
              <a:rPr sz="2550" spc="45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-1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validates </a:t>
            </a:r>
            <a:r>
              <a:rPr sz="2550" spc="4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input.</a:t>
            </a:r>
            <a:endParaRPr sz="255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811647" y="6000206"/>
            <a:ext cx="3202305" cy="23317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445" algn="ctr">
              <a:lnSpc>
                <a:spcPct val="100000"/>
              </a:lnSpc>
              <a:spcBef>
                <a:spcPts val="105"/>
              </a:spcBef>
            </a:pPr>
            <a:r>
              <a:rPr sz="3600" spc="-10" dirty="0">
                <a:solidFill>
                  <a:srgbClr val="522395"/>
                </a:solidFill>
                <a:latin typeface="Arial MT"/>
                <a:cs typeface="Arial MT"/>
              </a:rPr>
              <a:t>Validate</a:t>
            </a:r>
            <a:endParaRPr sz="3600" dirty="0">
              <a:latin typeface="Arial MT"/>
              <a:cs typeface="Arial MT"/>
            </a:endParaRPr>
          </a:p>
          <a:p>
            <a:pPr indent="1905" algn="ctr">
              <a:lnSpc>
                <a:spcPct val="129299"/>
              </a:lnSpc>
              <a:spcBef>
                <a:spcPts val="1955"/>
              </a:spcBef>
            </a:pP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Check</a:t>
            </a:r>
            <a:r>
              <a:rPr sz="2550" spc="38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answer</a:t>
            </a:r>
            <a:r>
              <a:rPr sz="2550" spc="37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-1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index.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Update</a:t>
            </a:r>
            <a:r>
              <a:rPr sz="2550" spc="47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score.</a:t>
            </a:r>
            <a:r>
              <a:rPr sz="2550" spc="33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-2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Reveal </a:t>
            </a:r>
            <a:r>
              <a:rPr sz="2550" spc="-1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colors.</a:t>
            </a:r>
            <a:endParaRPr sz="255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334904" y="6000206"/>
            <a:ext cx="3636645" cy="1836400"/>
          </a:xfrm>
          <a:prstGeom prst="rect">
            <a:avLst/>
          </a:prstGeom>
          <a:solidFill>
            <a:srgbClr val="92D050"/>
          </a:solidFill>
        </p:spPr>
        <p:txBody>
          <a:bodyPr vert="horz" wrap="square" lIns="0" tIns="13335" rIns="0" bIns="0" rtlCol="0">
            <a:spAutoFit/>
          </a:bodyPr>
          <a:lstStyle/>
          <a:p>
            <a:pPr marR="16510" algn="ctr">
              <a:lnSpc>
                <a:spcPct val="100000"/>
              </a:lnSpc>
              <a:spcBef>
                <a:spcPts val="105"/>
              </a:spcBef>
            </a:pPr>
            <a:r>
              <a:rPr sz="3600" spc="-10" dirty="0">
                <a:solidFill>
                  <a:srgbClr val="572DAE"/>
                </a:solidFill>
                <a:latin typeface="Arial MT"/>
                <a:cs typeface="Arial MT"/>
              </a:rPr>
              <a:t>Result</a:t>
            </a:r>
            <a:endParaRPr sz="3600" dirty="0">
              <a:latin typeface="Arial MT"/>
              <a:cs typeface="Arial MT"/>
            </a:endParaRPr>
          </a:p>
          <a:p>
            <a:pPr algn="ctr">
              <a:lnSpc>
                <a:spcPct val="129299"/>
              </a:lnSpc>
              <a:spcBef>
                <a:spcPts val="1955"/>
              </a:spcBef>
            </a:pP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End</a:t>
            </a:r>
            <a:r>
              <a:rPr sz="2550" spc="12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loop.</a:t>
            </a:r>
            <a:r>
              <a:rPr sz="2550" spc="13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Calculate</a:t>
            </a:r>
            <a:r>
              <a:rPr sz="2550" spc="32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total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score.</a:t>
            </a:r>
            <a:r>
              <a:rPr sz="2550" spc="31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Show</a:t>
            </a:r>
            <a:r>
              <a:rPr sz="2550" spc="27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4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restart </a:t>
            </a:r>
            <a:r>
              <a:rPr sz="2550" spc="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button.</a:t>
            </a:r>
            <a:endParaRPr sz="255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036343" y="0"/>
            <a:ext cx="10067925" cy="11308715"/>
            <a:chOff x="10036343" y="0"/>
            <a:chExt cx="10067925" cy="113087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392293" y="2316683"/>
              <a:ext cx="4115057" cy="410720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036343" y="0"/>
              <a:ext cx="10067756" cy="11308556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236908" y="1192760"/>
            <a:ext cx="4432300" cy="1651000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080" indent="635">
              <a:lnSpc>
                <a:spcPts val="6310"/>
              </a:lnSpc>
              <a:spcBef>
                <a:spcPts val="380"/>
              </a:spcBef>
            </a:pPr>
            <a:r>
              <a:rPr dirty="0">
                <a:solidFill>
                  <a:srgbClr val="3F1859"/>
                </a:solidFill>
              </a:rPr>
              <a:t>Dynamic</a:t>
            </a:r>
            <a:r>
              <a:rPr spc="20" dirty="0">
                <a:solidFill>
                  <a:srgbClr val="3F1859"/>
                </a:solidFill>
              </a:rPr>
              <a:t> </a:t>
            </a:r>
            <a:r>
              <a:rPr spc="-155" dirty="0">
                <a:solidFill>
                  <a:srgbClr val="411860"/>
                </a:solidFill>
              </a:rPr>
              <a:t>DOM </a:t>
            </a:r>
            <a:r>
              <a:rPr spc="-10" dirty="0">
                <a:solidFill>
                  <a:srgbClr val="3F1662"/>
                </a:solidFill>
              </a:rPr>
              <a:t>Rendering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782225" y="3919771"/>
            <a:ext cx="6986905" cy="5653535"/>
          </a:xfrm>
          <a:prstGeom prst="rect">
            <a:avLst/>
          </a:prstGeom>
          <a:noFill/>
        </p:spPr>
        <p:txBody>
          <a:bodyPr vert="horz" wrap="square" lIns="0" tIns="3175" rIns="0" bIns="0" rtlCol="0">
            <a:spAutoFit/>
          </a:bodyPr>
          <a:lstStyle/>
          <a:p>
            <a:pPr marL="20320" marR="211454" indent="-8255">
              <a:lnSpc>
                <a:spcPct val="126299"/>
              </a:lnSpc>
              <a:spcBef>
                <a:spcPts val="25"/>
              </a:spcBef>
              <a:tabLst>
                <a:tab pos="3810635" algn="l"/>
                <a:tab pos="6175375" algn="l"/>
              </a:tabLst>
            </a:pPr>
            <a:r>
              <a:rPr sz="2700" spc="-1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Rendering</a:t>
            </a:r>
            <a:r>
              <a:rPr sz="2700" spc="-7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Options:</a:t>
            </a:r>
            <a:r>
              <a:rPr sz="2700" spc="6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-2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sz="2700" spc="8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loadguestion() </a:t>
            </a:r>
            <a:r>
              <a:rPr sz="2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function</a:t>
            </a:r>
            <a:r>
              <a:rPr sz="2700" spc="7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-2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dynamically</a:t>
            </a:r>
            <a:r>
              <a:rPr sz="2700" spc="10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creates</a:t>
            </a:r>
            <a:r>
              <a:rPr sz="2700" spc="12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list</a:t>
            </a:r>
            <a:r>
              <a:rPr sz="2700" spc="3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items</a:t>
            </a:r>
            <a:r>
              <a:rPr sz="2700" spc="13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-5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sz="27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sz="2700" spc="-4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-5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for </a:t>
            </a:r>
            <a:r>
              <a:rPr sz="2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every</a:t>
            </a:r>
            <a:r>
              <a:rPr sz="2700" spc="-3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-1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answer</a:t>
            </a:r>
            <a:r>
              <a:rPr sz="2700" spc="114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option</a:t>
            </a:r>
            <a:r>
              <a:rPr sz="2700" spc="-4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-1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using </a:t>
            </a:r>
            <a:r>
              <a:rPr sz="2300" spc="95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document.createElement</a:t>
            </a:r>
            <a:r>
              <a:rPr sz="2300" spc="-86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300" spc="-305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sz="23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3495" marR="289560">
              <a:lnSpc>
                <a:spcPct val="122800"/>
              </a:lnSpc>
              <a:spcBef>
                <a:spcPts val="2595"/>
              </a:spcBef>
              <a:tabLst>
                <a:tab pos="2278380" algn="l"/>
              </a:tabLst>
            </a:pPr>
            <a:r>
              <a:rPr sz="2700" spc="-2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State</a:t>
            </a:r>
            <a:r>
              <a:rPr sz="2700" spc="-17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Reset:</a:t>
            </a:r>
            <a:r>
              <a:rPr sz="2700" spc="-16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-1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Before</a:t>
            </a:r>
            <a:r>
              <a:rPr sz="2700" spc="-9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-1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loading</a:t>
            </a:r>
            <a:r>
              <a:rPr sz="2700" spc="-6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sz="2700" spc="-14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new</a:t>
            </a:r>
            <a:r>
              <a:rPr sz="2700" spc="-8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-1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question, </a:t>
            </a:r>
            <a:r>
              <a:rPr sz="2550" spc="1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reset</a:t>
            </a:r>
            <a:r>
              <a:rPr sz="2550" spc="-37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114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State</a:t>
            </a:r>
            <a:r>
              <a:rPr sz="2550" spc="-24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6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()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clears</a:t>
            </a:r>
            <a:r>
              <a:rPr sz="2550" spc="24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7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550" spc="18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inner</a:t>
            </a:r>
            <a:r>
              <a:rPr sz="2550" spc="33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HTML</a:t>
            </a:r>
            <a:r>
              <a:rPr sz="2550" spc="2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of</a:t>
            </a:r>
            <a:r>
              <a:rPr sz="2550" spc="18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sz="2700" spc="-1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answer</a:t>
            </a:r>
            <a:r>
              <a:rPr sz="2700" spc="12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-1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container</a:t>
            </a:r>
            <a:r>
              <a:rPr sz="2700" spc="13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to</a:t>
            </a:r>
            <a:r>
              <a:rPr sz="2700" spc="-114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prevent</a:t>
            </a:r>
            <a:r>
              <a:rPr sz="2700" spc="11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-1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duplicate </a:t>
            </a:r>
            <a:r>
              <a:rPr sz="2800" spc="-1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buttons.</a:t>
            </a:r>
            <a:endParaRPr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25400" marR="5080" indent="-1270">
              <a:lnSpc>
                <a:spcPct val="129299"/>
              </a:lnSpc>
              <a:spcBef>
                <a:spcPts val="2425"/>
              </a:spcBef>
              <a:tabLst>
                <a:tab pos="2271395" algn="l"/>
                <a:tab pos="4017645" algn="l"/>
                <a:tab pos="4457065" algn="l"/>
              </a:tabLst>
            </a:pPr>
            <a:r>
              <a:rPr sz="2550" spc="6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Status</a:t>
            </a:r>
            <a:r>
              <a:rPr sz="2550" spc="-11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9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Updates:</a:t>
            </a:r>
            <a:r>
              <a:rPr sz="2550" spc="29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550" spc="17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4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current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question</a:t>
            </a:r>
            <a:r>
              <a:rPr sz="2550" spc="59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-1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number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(e.g.,</a:t>
            </a:r>
            <a:r>
              <a:rPr sz="2550" spc="34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-8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"1</a:t>
            </a:r>
            <a:r>
              <a:rPr sz="2550" spc="-9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of</a:t>
            </a:r>
            <a:r>
              <a:rPr sz="2550" spc="27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5")</a:t>
            </a:r>
            <a:r>
              <a:rPr sz="2550" spc="21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is</a:t>
            </a:r>
            <a:r>
              <a:rPr sz="2550" spc="24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updated</a:t>
            </a:r>
            <a:r>
              <a:rPr sz="2550" spc="2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</a:t>
            </a:r>
            <a:r>
              <a:rPr sz="2550" spc="14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5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real-</a:t>
            </a:r>
            <a:r>
              <a:rPr sz="2550" spc="6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time</a:t>
            </a:r>
            <a:r>
              <a:rPr sz="2550" spc="36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-2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by </a:t>
            </a:r>
            <a:r>
              <a:rPr sz="2550" spc="5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modifying</a:t>
            </a:r>
            <a:r>
              <a:rPr sz="2550" spc="13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sz="2550" spc="-10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innerHT</a:t>
            </a:r>
            <a:r>
              <a:rPr lang="en-US" sz="2550" spc="-10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sz="2550" spc="-10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L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of</a:t>
            </a:r>
            <a:r>
              <a:rPr sz="2550" spc="19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7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550" spc="30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status</a:t>
            </a:r>
            <a:r>
              <a:rPr sz="2550" spc="409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-1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span.</a:t>
            </a:r>
            <a:endParaRPr sz="255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49821" y="4366359"/>
            <a:ext cx="785316" cy="79316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5560">
              <a:lnSpc>
                <a:spcPct val="100000"/>
              </a:lnSpc>
              <a:spcBef>
                <a:spcPts val="130"/>
              </a:spcBef>
            </a:pPr>
            <a:r>
              <a:rPr sz="5250" spc="135" dirty="0">
                <a:solidFill>
                  <a:srgbClr val="3B1360"/>
                </a:solidFill>
              </a:rPr>
              <a:t>Asynchronous</a:t>
            </a:r>
            <a:r>
              <a:rPr sz="5250" spc="125" dirty="0">
                <a:solidFill>
                  <a:srgbClr val="3B1360"/>
                </a:solidFill>
              </a:rPr>
              <a:t> </a:t>
            </a:r>
            <a:r>
              <a:rPr sz="5250" spc="85" dirty="0">
                <a:solidFill>
                  <a:srgbClr val="3D1166"/>
                </a:solidFill>
              </a:rPr>
              <a:t>Logic:</a:t>
            </a:r>
            <a:r>
              <a:rPr sz="5250" spc="-40" dirty="0">
                <a:solidFill>
                  <a:srgbClr val="3D1166"/>
                </a:solidFill>
              </a:rPr>
              <a:t> </a:t>
            </a:r>
            <a:r>
              <a:rPr sz="5250" spc="85" dirty="0">
                <a:solidFill>
                  <a:srgbClr val="3F1567"/>
                </a:solidFill>
              </a:rPr>
              <a:t>The</a:t>
            </a:r>
            <a:r>
              <a:rPr sz="5250" spc="-50" dirty="0">
                <a:solidFill>
                  <a:srgbClr val="3F1567"/>
                </a:solidFill>
              </a:rPr>
              <a:t> </a:t>
            </a:r>
            <a:r>
              <a:rPr sz="5250" spc="40" dirty="0">
                <a:solidFill>
                  <a:srgbClr val="3F1662"/>
                </a:solidFill>
              </a:rPr>
              <a:t>Timer</a:t>
            </a:r>
            <a:endParaRPr sz="5250"/>
          </a:p>
        </p:txBody>
      </p:sp>
      <p:sp>
        <p:nvSpPr>
          <p:cNvPr id="4" name="object 4"/>
          <p:cNvSpPr txBox="1"/>
          <p:nvPr/>
        </p:nvSpPr>
        <p:spPr>
          <a:xfrm>
            <a:off x="1503441" y="5505456"/>
            <a:ext cx="6760209" cy="13347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sz="3600" spc="-10" dirty="0">
                <a:solidFill>
                  <a:srgbClr val="572BA8"/>
                </a:solidFill>
                <a:latin typeface="Arial MT"/>
                <a:cs typeface="Arial MT"/>
              </a:rPr>
              <a:t>setlnterval()</a:t>
            </a:r>
            <a:endParaRPr sz="36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915"/>
              </a:spcBef>
              <a:tabLst>
                <a:tab pos="1415415" algn="l"/>
                <a:tab pos="3493135" algn="l"/>
                <a:tab pos="6502400" algn="l"/>
              </a:tabLst>
            </a:pP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sz="2550" spc="2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-1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global</a:t>
            </a:r>
            <a:r>
              <a:rPr lang="en-US"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11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set</a:t>
            </a:r>
            <a:r>
              <a:rPr sz="2550" spc="-47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295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Interval</a:t>
            </a:r>
            <a:r>
              <a:rPr lang="en-US"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runs</a:t>
            </a:r>
            <a:r>
              <a:rPr lang="en-US" sz="2550" spc="46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every</a:t>
            </a:r>
            <a:r>
              <a:rPr sz="2550" spc="21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-1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1000ms</a:t>
            </a:r>
            <a:r>
              <a:rPr lang="en-US"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-15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(1</a:t>
            </a:r>
            <a:endParaRPr sz="255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97735" y="6827655"/>
            <a:ext cx="7190105" cy="10599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40" algn="just">
              <a:lnSpc>
                <a:spcPct val="125699"/>
              </a:lnSpc>
              <a:spcBef>
                <a:spcPts val="100"/>
              </a:spcBef>
            </a:pP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second),</a:t>
            </a:r>
            <a:r>
              <a:rPr sz="2550" spc="34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5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decrementing</a:t>
            </a:r>
            <a:r>
              <a:rPr sz="2550" spc="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75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lang="en-US" sz="2550" spc="14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254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tineLeft</a:t>
            </a:r>
            <a:r>
              <a:rPr sz="2550" spc="265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-1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variable</a:t>
            </a:r>
            <a:r>
              <a:rPr sz="2550" spc="-1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sz="2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This</a:t>
            </a:r>
            <a:r>
              <a:rPr sz="2700" spc="4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creates</a:t>
            </a:r>
            <a:r>
              <a:rPr sz="2700" spc="4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700" spc="-6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countdown</a:t>
            </a:r>
            <a:r>
              <a:rPr sz="2700" spc="9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effect</a:t>
            </a:r>
            <a:r>
              <a:rPr sz="2700" spc="8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visible</a:t>
            </a:r>
            <a:r>
              <a:rPr sz="2700" spc="-6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to</a:t>
            </a:r>
            <a:r>
              <a:rPr sz="2700" spc="-14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-2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</a:t>
            </a:r>
            <a:r>
              <a:rPr sz="2550" spc="-1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user.</a:t>
            </a:r>
            <a:endParaRPr sz="255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73776" y="5505456"/>
            <a:ext cx="7353300" cy="28505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-10" dirty="0">
                <a:solidFill>
                  <a:srgbClr val="522899"/>
                </a:solidFill>
                <a:latin typeface="Arial MT"/>
                <a:cs typeface="Arial MT"/>
              </a:rPr>
              <a:t>clearlnterval()</a:t>
            </a:r>
            <a:endParaRPr sz="3600" dirty="0">
              <a:latin typeface="Arial MT"/>
              <a:cs typeface="Arial MT"/>
            </a:endParaRPr>
          </a:p>
          <a:p>
            <a:pPr marL="16510" marR="5080" indent="-2540">
              <a:lnSpc>
                <a:spcPct val="129299"/>
              </a:lnSpc>
              <a:spcBef>
                <a:spcPts val="2080"/>
              </a:spcBef>
              <a:tabLst>
                <a:tab pos="5828030" algn="l"/>
              </a:tabLst>
            </a:pP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Crucial</a:t>
            </a:r>
            <a:r>
              <a:rPr sz="2550" spc="18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for</a:t>
            </a:r>
            <a:r>
              <a:rPr sz="2550" spc="31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preventing</a:t>
            </a:r>
            <a:r>
              <a:rPr sz="2550" spc="32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6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memory</a:t>
            </a:r>
            <a:r>
              <a:rPr sz="2550" spc="28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leaks</a:t>
            </a:r>
            <a:r>
              <a:rPr sz="2550" spc="33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</a:t>
            </a:r>
            <a:r>
              <a:rPr sz="2550" spc="1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-1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logic </a:t>
            </a:r>
            <a:r>
              <a:rPr sz="2550" spc="6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errors.</a:t>
            </a:r>
            <a:r>
              <a:rPr sz="2550" spc="31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550" spc="17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5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timer</a:t>
            </a:r>
            <a:r>
              <a:rPr sz="2550" spc="3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is</a:t>
            </a:r>
            <a:r>
              <a:rPr sz="2550" spc="24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cleared</a:t>
            </a:r>
            <a:r>
              <a:rPr sz="2550" spc="28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-1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whenever</a:t>
            </a:r>
            <a:r>
              <a:rPr lang="en-US"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</a:t>
            </a:r>
            <a:r>
              <a:rPr sz="2550" spc="35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-1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answer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is</a:t>
            </a:r>
            <a:r>
              <a:rPr sz="2550" spc="26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selected</a:t>
            </a:r>
            <a:r>
              <a:rPr sz="2550" spc="26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or</a:t>
            </a:r>
            <a:r>
              <a:rPr sz="2550" spc="37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when</a:t>
            </a:r>
            <a:r>
              <a:rPr sz="2550" spc="13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7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550" spc="13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8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time</a:t>
            </a:r>
            <a:r>
              <a:rPr sz="2550" spc="19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runs</a:t>
            </a:r>
            <a:r>
              <a:rPr sz="2550" spc="33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out,</a:t>
            </a:r>
            <a:r>
              <a:rPr sz="2550" spc="19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-1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ensuring </a:t>
            </a:r>
            <a:r>
              <a:rPr sz="2550" spc="7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strictly</a:t>
            </a:r>
            <a:r>
              <a:rPr sz="2550" spc="24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one</a:t>
            </a:r>
            <a:r>
              <a:rPr sz="2550" spc="17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active</a:t>
            </a:r>
            <a:r>
              <a:rPr sz="2550" spc="14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5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timer</a:t>
            </a:r>
            <a:r>
              <a:rPr sz="2550" spc="33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at</a:t>
            </a:r>
            <a:r>
              <a:rPr sz="2550" spc="22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sz="2550" spc="5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time.</a:t>
            </a:r>
            <a:endParaRPr sz="255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30223" y="878633"/>
            <a:ext cx="5381625" cy="8502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400" dirty="0">
                <a:solidFill>
                  <a:srgbClr val="3B1664"/>
                </a:solidFill>
                <a:latin typeface="Arial MT"/>
                <a:cs typeface="Arial MT"/>
              </a:rPr>
              <a:t>Scoring</a:t>
            </a:r>
            <a:r>
              <a:rPr sz="5400" spc="40" dirty="0">
                <a:solidFill>
                  <a:srgbClr val="3B1664"/>
                </a:solidFill>
                <a:latin typeface="Arial MT"/>
                <a:cs typeface="Arial MT"/>
              </a:rPr>
              <a:t> </a:t>
            </a:r>
            <a:r>
              <a:rPr sz="5400" spc="-180" dirty="0">
                <a:solidFill>
                  <a:srgbClr val="3F1660"/>
                </a:solidFill>
                <a:latin typeface="Arial MT"/>
                <a:cs typeface="Arial MT"/>
              </a:rPr>
              <a:t>&amp;</a:t>
            </a:r>
            <a:r>
              <a:rPr sz="5400" spc="-360" dirty="0">
                <a:solidFill>
                  <a:srgbClr val="3F1660"/>
                </a:solidFill>
                <a:latin typeface="Arial MT"/>
                <a:cs typeface="Arial MT"/>
              </a:rPr>
              <a:t> </a:t>
            </a:r>
            <a:r>
              <a:rPr sz="5400" spc="-35" dirty="0">
                <a:solidFill>
                  <a:srgbClr val="421166"/>
                </a:solidFill>
                <a:latin typeface="Arial MT"/>
                <a:cs typeface="Arial MT"/>
              </a:rPr>
              <a:t>Results</a:t>
            </a:r>
            <a:endParaRPr sz="54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48254" y="4546633"/>
            <a:ext cx="4585335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800" spc="130" dirty="0" err="1" smtClean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lang="en-US" sz="8800" spc="130" dirty="0" err="1" smtClean="0">
                <a:solidFill>
                  <a:srgbClr val="FF0000"/>
                </a:solidFill>
                <a:latin typeface="Times New Roman"/>
                <a:cs typeface="Times New Roman"/>
              </a:rPr>
              <a:t>ND</a:t>
            </a:r>
            <a:r>
              <a:rPr sz="8800" spc="130" dirty="0" err="1" smtClean="0">
                <a:solidFill>
                  <a:srgbClr val="FF0000"/>
                </a:solidFill>
                <a:latin typeface="Times New Roman"/>
                <a:cs typeface="Times New Roman"/>
              </a:rPr>
              <a:t>ex</a:t>
            </a:r>
            <a:endParaRPr sz="88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20751" y="6172975"/>
            <a:ext cx="8230870" cy="1329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50" algn="ctr">
              <a:lnSpc>
                <a:spcPct val="100000"/>
              </a:lnSpc>
              <a:spcBef>
                <a:spcPts val="105"/>
              </a:spcBef>
            </a:pPr>
            <a:r>
              <a:rPr sz="3600" spc="-40" dirty="0">
                <a:solidFill>
                  <a:srgbClr val="5D2DA3"/>
                </a:solidFill>
                <a:latin typeface="Arial MT"/>
                <a:cs typeface="Arial MT"/>
              </a:rPr>
              <a:t>Validation</a:t>
            </a:r>
            <a:r>
              <a:rPr sz="3600" spc="-165" dirty="0">
                <a:solidFill>
                  <a:srgbClr val="5D2DA3"/>
                </a:solidFill>
                <a:latin typeface="Arial MT"/>
                <a:cs typeface="Arial MT"/>
              </a:rPr>
              <a:t> </a:t>
            </a:r>
            <a:r>
              <a:rPr sz="3600" spc="45" dirty="0">
                <a:solidFill>
                  <a:srgbClr val="6431A8"/>
                </a:solidFill>
                <a:latin typeface="Arial MT"/>
                <a:cs typeface="Arial MT"/>
              </a:rPr>
              <a:t>Method</a:t>
            </a:r>
            <a:endParaRPr sz="3600" dirty="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2700"/>
              </a:spcBef>
            </a:pPr>
            <a:r>
              <a:rPr sz="2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Answers</a:t>
            </a:r>
            <a:r>
              <a:rPr sz="2700" spc="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are</a:t>
            </a:r>
            <a:r>
              <a:rPr sz="2700" spc="-7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-1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validated</a:t>
            </a:r>
            <a:r>
              <a:rPr sz="2700" spc="-8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by</a:t>
            </a:r>
            <a:r>
              <a:rPr sz="2700" spc="-8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-2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comparing</a:t>
            </a:r>
            <a:r>
              <a:rPr sz="2700" spc="-3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700" spc="-8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-1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array</a:t>
            </a:r>
            <a:r>
              <a:rPr sz="2700" spc="-8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index</a:t>
            </a:r>
            <a:r>
              <a:rPr sz="2700" spc="2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-2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of</a:t>
            </a:r>
            <a:endParaRPr sz="27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24151" y="7567566"/>
            <a:ext cx="800354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714365" algn="l"/>
                <a:tab pos="7102475" algn="l"/>
              </a:tabLst>
            </a:pPr>
            <a:r>
              <a:rPr sz="2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700" spc="-1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clicked</a:t>
            </a:r>
            <a:r>
              <a:rPr sz="2700" spc="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option</a:t>
            </a:r>
            <a:r>
              <a:rPr sz="2700" spc="7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-3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against</a:t>
            </a:r>
            <a:r>
              <a:rPr sz="2700" spc="14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700" spc="6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-1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stored</a:t>
            </a:r>
            <a:r>
              <a:rPr lang="en-US" sz="2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1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correct</a:t>
            </a:r>
            <a:r>
              <a:rPr lang="en-US" sz="27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700" spc="-35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index</a:t>
            </a:r>
            <a:r>
              <a:rPr sz="2700" spc="-35" dirty="0">
                <a:solidFill>
                  <a:schemeClr val="tx1"/>
                </a:solidFill>
                <a:latin typeface="Arial MT"/>
                <a:cs typeface="Arial MT"/>
              </a:rPr>
              <a:t>.</a:t>
            </a:r>
            <a:endParaRPr sz="2700" dirty="0">
              <a:solidFill>
                <a:schemeClr val="tx1"/>
              </a:solidFill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866426" y="4082725"/>
            <a:ext cx="4424624" cy="203517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3150" spc="-325" dirty="0" err="1" smtClean="0">
                <a:solidFill>
                  <a:srgbClr val="92D050"/>
                </a:solidFill>
                <a:latin typeface="Arial MT"/>
                <a:cs typeface="Arial MT"/>
              </a:rPr>
              <a:t>hT</a:t>
            </a:r>
            <a:r>
              <a:rPr lang="en-US" sz="13150" spc="-325" dirty="0" err="1" smtClean="0">
                <a:solidFill>
                  <a:srgbClr val="92D050"/>
                </a:solidFill>
                <a:latin typeface="Arial MT"/>
                <a:cs typeface="Arial MT"/>
              </a:rPr>
              <a:t>m</a:t>
            </a:r>
            <a:r>
              <a:rPr sz="13150" spc="-325" dirty="0" err="1" smtClean="0">
                <a:solidFill>
                  <a:srgbClr val="92D050"/>
                </a:solidFill>
                <a:latin typeface="Arial MT"/>
                <a:cs typeface="Arial MT"/>
              </a:rPr>
              <a:t>L</a:t>
            </a:r>
            <a:endParaRPr sz="13150" dirty="0">
              <a:solidFill>
                <a:srgbClr val="92D050"/>
              </a:solidFill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193008" y="5938035"/>
            <a:ext cx="3129280" cy="555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450" dirty="0">
                <a:solidFill>
                  <a:srgbClr val="6433A1"/>
                </a:solidFill>
                <a:latin typeface="Arial MT"/>
                <a:cs typeface="Arial MT"/>
              </a:rPr>
              <a:t>Result</a:t>
            </a:r>
            <a:r>
              <a:rPr sz="3450" spc="-120" dirty="0">
                <a:solidFill>
                  <a:srgbClr val="6433A1"/>
                </a:solidFill>
                <a:latin typeface="Arial MT"/>
                <a:cs typeface="Arial MT"/>
              </a:rPr>
              <a:t> </a:t>
            </a:r>
            <a:r>
              <a:rPr sz="3450" spc="80" dirty="0">
                <a:solidFill>
                  <a:srgbClr val="592BAA"/>
                </a:solidFill>
                <a:latin typeface="Arial MT"/>
                <a:cs typeface="Arial MT"/>
              </a:rPr>
              <a:t>Injection</a:t>
            </a:r>
            <a:endParaRPr sz="34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471163" y="6712225"/>
            <a:ext cx="8569325" cy="1036309"/>
          </a:xfrm>
          <a:prstGeom prst="rect">
            <a:avLst/>
          </a:prstGeom>
          <a:solidFill>
            <a:srgbClr val="92D050"/>
          </a:solidFill>
        </p:spPr>
        <p:txBody>
          <a:bodyPr vert="horz" wrap="square" lIns="0" tIns="15875" rIns="0" bIns="0" rtlCol="0">
            <a:spAutoFit/>
          </a:bodyPr>
          <a:lstStyle/>
          <a:p>
            <a:pPr marL="12065" marR="5080" algn="ctr">
              <a:lnSpc>
                <a:spcPct val="130300"/>
              </a:lnSpc>
              <a:spcBef>
                <a:spcPts val="125"/>
              </a:spcBef>
              <a:tabLst>
                <a:tab pos="4066540" algn="l"/>
                <a:tab pos="6814820" algn="l"/>
              </a:tabLst>
            </a:pP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On</a:t>
            </a:r>
            <a:r>
              <a:rPr sz="2550" spc="24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completion,</a:t>
            </a:r>
            <a:r>
              <a:rPr sz="2550" spc="39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7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550" spc="2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45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entire</a:t>
            </a:r>
            <a:r>
              <a:rPr lang="en-US"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-24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550" spc="-24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sz="2550" spc="114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quiz</a:t>
            </a:r>
            <a:r>
              <a:rPr sz="2550" spc="-26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55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–</a:t>
            </a:r>
            <a:r>
              <a:rPr sz="2550" spc="-375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125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container</a:t>
            </a:r>
            <a:r>
              <a:rPr lang="en-US"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inner</a:t>
            </a:r>
            <a:r>
              <a:rPr sz="2550" spc="37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-2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HTML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is</a:t>
            </a:r>
            <a:r>
              <a:rPr sz="2550" spc="29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replaced</a:t>
            </a:r>
            <a:r>
              <a:rPr sz="2550" spc="459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with</a:t>
            </a:r>
            <a:r>
              <a:rPr sz="2550" spc="3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sz="2550" spc="16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5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template</a:t>
            </a:r>
            <a:r>
              <a:rPr sz="2550" spc="34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literal</a:t>
            </a:r>
            <a:r>
              <a:rPr sz="2550" spc="32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containing</a:t>
            </a:r>
            <a:r>
              <a:rPr sz="2550" spc="22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7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550" spc="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-1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final score.</a:t>
            </a:r>
            <a:endParaRPr sz="255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5875">
              <a:lnSpc>
                <a:spcPct val="100000"/>
              </a:lnSpc>
              <a:spcBef>
                <a:spcPts val="110"/>
              </a:spcBef>
            </a:pPr>
            <a:r>
              <a:rPr dirty="0"/>
              <a:t>Key</a:t>
            </a:r>
            <a:r>
              <a:rPr spc="-350" dirty="0"/>
              <a:t> </a:t>
            </a:r>
            <a:r>
              <a:rPr dirty="0"/>
              <a:t>Code</a:t>
            </a:r>
            <a:r>
              <a:rPr spc="-290" dirty="0"/>
              <a:t> </a:t>
            </a:r>
            <a:r>
              <a:rPr spc="-10" dirty="0"/>
              <a:t>Highlights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32398" y="5379806"/>
            <a:ext cx="2551430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dirty="0">
                <a:solidFill>
                  <a:srgbClr val="5D2FB5"/>
                </a:solidFill>
                <a:latin typeface="Arial MT"/>
                <a:cs typeface="Arial MT"/>
              </a:rPr>
              <a:t>Array</a:t>
            </a:r>
            <a:r>
              <a:rPr sz="3600" spc="-140" dirty="0">
                <a:solidFill>
                  <a:srgbClr val="5D2FB5"/>
                </a:solidFill>
                <a:latin typeface="Arial MT"/>
                <a:cs typeface="Arial MT"/>
              </a:rPr>
              <a:t> </a:t>
            </a:r>
            <a:r>
              <a:rPr sz="3600" spc="-25" dirty="0">
                <a:solidFill>
                  <a:srgbClr val="562FA5"/>
                </a:solidFill>
                <a:latin typeface="Arial MT"/>
                <a:cs typeface="Arial MT"/>
              </a:rPr>
              <a:t>Slicing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83604" y="6432948"/>
            <a:ext cx="4671060" cy="152209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175260" algn="just">
              <a:lnSpc>
                <a:spcPct val="130300"/>
              </a:lnSpc>
              <a:spcBef>
                <a:spcPts val="110"/>
              </a:spcBef>
            </a:pPr>
            <a:r>
              <a:rPr sz="24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questions.slice(0,</a:t>
            </a:r>
            <a:r>
              <a:rPr sz="2450" spc="-8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450" spc="-1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count)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is</a:t>
            </a:r>
            <a:r>
              <a:rPr sz="2550" spc="26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used</a:t>
            </a:r>
            <a:r>
              <a:rPr sz="2550" spc="9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1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to</a:t>
            </a:r>
            <a:r>
              <a:rPr sz="2550" spc="18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limit</a:t>
            </a:r>
            <a:r>
              <a:rPr sz="2550" spc="24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7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</a:t>
            </a:r>
            <a:r>
              <a:rPr sz="2550" spc="21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number</a:t>
            </a:r>
            <a:r>
              <a:rPr sz="2550" spc="39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-2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of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questions</a:t>
            </a:r>
            <a:r>
              <a:rPr sz="2550" spc="57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based</a:t>
            </a:r>
            <a:r>
              <a:rPr sz="2550" spc="28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on</a:t>
            </a:r>
            <a:r>
              <a:rPr sz="2550" spc="254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user</a:t>
            </a:r>
            <a:r>
              <a:rPr sz="2550" spc="31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4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input</a:t>
            </a:r>
            <a:r>
              <a:rPr sz="2550" spc="45" dirty="0">
                <a:solidFill>
                  <a:srgbClr val="464646"/>
                </a:solidFill>
                <a:latin typeface="Arial MT"/>
                <a:cs typeface="Arial MT"/>
              </a:rPr>
              <a:t>.</a:t>
            </a:r>
            <a:endParaRPr sz="255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06823" y="5379806"/>
            <a:ext cx="3464560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-45" dirty="0">
                <a:solidFill>
                  <a:srgbClr val="5B2BAE"/>
                </a:solidFill>
                <a:latin typeface="Arial MT"/>
                <a:cs typeface="Arial MT"/>
              </a:rPr>
              <a:t>Event</a:t>
            </a:r>
            <a:r>
              <a:rPr sz="3600" spc="-175" dirty="0">
                <a:solidFill>
                  <a:srgbClr val="5B2BAE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5D2DB6"/>
                </a:solidFill>
                <a:latin typeface="Arial MT"/>
                <a:cs typeface="Arial MT"/>
              </a:rPr>
              <a:t>Delegation</a:t>
            </a:r>
            <a:endParaRPr sz="3600" dirty="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18450" y="6416675"/>
            <a:ext cx="4368800" cy="1843453"/>
          </a:xfrm>
          <a:prstGeom prst="rect">
            <a:avLst/>
          </a:prstGeom>
          <a:solidFill>
            <a:srgbClr val="92D050"/>
          </a:solidFill>
        </p:spPr>
        <p:txBody>
          <a:bodyPr vert="horz" wrap="square" lIns="0" tIns="12065" rIns="0" bIns="0" rtlCol="0">
            <a:spAutoFit/>
          </a:bodyPr>
          <a:lstStyle/>
          <a:p>
            <a:pPr marL="12700" marR="5080" lvl="1" algn="ctr">
              <a:spcBef>
                <a:spcPts val="95"/>
              </a:spcBef>
            </a:pPr>
            <a:r>
              <a:rPr sz="2700" spc="-405" dirty="0" smtClean="0">
                <a:solidFill>
                  <a:schemeClr val="tx1"/>
                </a:solidFill>
                <a:latin typeface="Arial Black" pitchFamily="34" charset="0"/>
                <a:cs typeface="Times New Roman" pitchFamily="18" charset="0"/>
              </a:rPr>
              <a:t>An</a:t>
            </a:r>
            <a:r>
              <a:rPr lang="en-US" sz="2700" spc="-405" dirty="0" smtClean="0">
                <a:solidFill>
                  <a:schemeClr val="tx1"/>
                </a:solidFill>
                <a:latin typeface="Arial Black" pitchFamily="34" charset="0"/>
                <a:cs typeface="Times New Roman" pitchFamily="18" charset="0"/>
              </a:rPr>
              <a:t>swers  </a:t>
            </a:r>
            <a:r>
              <a:rPr sz="2700" spc="240" dirty="0" smtClean="0">
                <a:solidFill>
                  <a:schemeClr val="tx1"/>
                </a:solidFill>
                <a:latin typeface="Arial Black" pitchFamily="34" charset="0"/>
                <a:cs typeface="Times New Roman" pitchFamily="18" charset="0"/>
              </a:rPr>
              <a:t> </a:t>
            </a:r>
            <a:r>
              <a:rPr sz="2700" spc="-434" dirty="0">
                <a:solidFill>
                  <a:schemeClr val="tx1"/>
                </a:solidFill>
                <a:latin typeface="Arial Black" pitchFamily="34" charset="0"/>
                <a:cs typeface="Times New Roman" pitchFamily="18" charset="0"/>
              </a:rPr>
              <a:t>become</a:t>
            </a:r>
            <a:r>
              <a:rPr sz="2700" spc="240" dirty="0">
                <a:solidFill>
                  <a:schemeClr val="tx1"/>
                </a:solidFill>
                <a:latin typeface="Arial Black" pitchFamily="34" charset="0"/>
                <a:cs typeface="Times New Roman" pitchFamily="18" charset="0"/>
              </a:rPr>
              <a:t> </a:t>
            </a:r>
            <a:r>
              <a:rPr sz="2700" spc="-405" dirty="0" smtClean="0">
                <a:solidFill>
                  <a:schemeClr val="tx1"/>
                </a:solidFill>
                <a:latin typeface="Arial Black" pitchFamily="34" charset="0"/>
                <a:cs typeface="Times New Roman" pitchFamily="18" charset="0"/>
              </a:rPr>
              <a:t>un</a:t>
            </a:r>
            <a:r>
              <a:rPr lang="en-US" sz="2700" spc="-405" dirty="0" smtClean="0">
                <a:solidFill>
                  <a:schemeClr val="tx1"/>
                </a:solidFill>
                <a:latin typeface="Arial Black" pitchFamily="34" charset="0"/>
                <a:cs typeface="Times New Roman" pitchFamily="18" charset="0"/>
              </a:rPr>
              <a:t> </a:t>
            </a:r>
            <a:r>
              <a:rPr sz="2700" spc="-405" dirty="0" smtClean="0">
                <a:solidFill>
                  <a:schemeClr val="tx1"/>
                </a:solidFill>
                <a:latin typeface="Arial Black" pitchFamily="34" charset="0"/>
                <a:cs typeface="Times New Roman" pitchFamily="18" charset="0"/>
              </a:rPr>
              <a:t>clickable </a:t>
            </a:r>
            <a:r>
              <a:rPr lang="en-US" sz="2700" spc="-405" dirty="0" smtClean="0">
                <a:solidFill>
                  <a:schemeClr val="tx1"/>
                </a:solidFill>
                <a:latin typeface="Arial Black" pitchFamily="34" charset="0"/>
                <a:cs typeface="Times New Roman" pitchFamily="18" charset="0"/>
              </a:rPr>
              <a:t> </a:t>
            </a:r>
            <a:r>
              <a:rPr sz="2700" spc="-400" dirty="0" smtClean="0">
                <a:solidFill>
                  <a:schemeClr val="tx1"/>
                </a:solidFill>
                <a:latin typeface="Arial Black" pitchFamily="34" charset="0"/>
                <a:cs typeface="Times New Roman" pitchFamily="18" charset="0"/>
              </a:rPr>
              <a:t>after</a:t>
            </a:r>
            <a:r>
              <a:rPr sz="2700" spc="300" dirty="0" smtClean="0">
                <a:solidFill>
                  <a:schemeClr val="tx1"/>
                </a:solidFill>
                <a:latin typeface="Arial Black" pitchFamily="34" charset="0"/>
                <a:cs typeface="Times New Roman" pitchFamily="18" charset="0"/>
              </a:rPr>
              <a:t> </a:t>
            </a:r>
            <a:r>
              <a:rPr sz="2700" spc="-375" dirty="0">
                <a:solidFill>
                  <a:schemeClr val="tx1"/>
                </a:solidFill>
                <a:latin typeface="Arial Black" pitchFamily="34" charset="0"/>
                <a:cs typeface="Times New Roman" pitchFamily="18" charset="0"/>
              </a:rPr>
              <a:t>selection:</a:t>
            </a:r>
            <a:endParaRPr sz="2700" dirty="0">
              <a:solidFill>
                <a:schemeClr val="tx1"/>
              </a:solidFill>
              <a:latin typeface="Arial Black" pitchFamily="34" charset="0"/>
              <a:cs typeface="Times New Roman" pitchFamily="18" charset="0"/>
            </a:endParaRPr>
          </a:p>
          <a:p>
            <a:pPr marR="213360" lvl="1" algn="ctr">
              <a:spcBef>
                <a:spcPts val="905"/>
              </a:spcBef>
            </a:pPr>
            <a:r>
              <a:rPr sz="2450" spc="-229" dirty="0">
                <a:solidFill>
                  <a:schemeClr val="tx1"/>
                </a:solidFill>
                <a:latin typeface="Arial Black" pitchFamily="34" charset="0"/>
                <a:cs typeface="Times New Roman" pitchFamily="18" charset="0"/>
              </a:rPr>
              <a:t>opt</a:t>
            </a:r>
            <a:r>
              <a:rPr sz="2450" spc="-200" dirty="0">
                <a:solidFill>
                  <a:schemeClr val="tx1"/>
                </a:solidFill>
                <a:latin typeface="Arial Black" pitchFamily="34" charset="0"/>
                <a:cs typeface="Times New Roman" pitchFamily="18" charset="0"/>
              </a:rPr>
              <a:t> </a:t>
            </a:r>
            <a:r>
              <a:rPr sz="2450" spc="-254" dirty="0">
                <a:solidFill>
                  <a:schemeClr val="tx1"/>
                </a:solidFill>
                <a:latin typeface="Arial Black" pitchFamily="34" charset="0"/>
                <a:cs typeface="Times New Roman" pitchFamily="18" charset="0"/>
              </a:rPr>
              <a:t>.</a:t>
            </a:r>
            <a:r>
              <a:rPr sz="2450" spc="-220" dirty="0">
                <a:solidFill>
                  <a:schemeClr val="tx1"/>
                </a:solidFill>
                <a:latin typeface="Arial Black" pitchFamily="34" charset="0"/>
                <a:cs typeface="Times New Roman" pitchFamily="18" charset="0"/>
              </a:rPr>
              <a:t> </a:t>
            </a:r>
            <a:r>
              <a:rPr sz="2450" spc="-40" dirty="0">
                <a:solidFill>
                  <a:schemeClr val="tx1"/>
                </a:solidFill>
                <a:latin typeface="Arial Black" pitchFamily="34" charset="0"/>
                <a:cs typeface="Times New Roman" pitchFamily="18" charset="0"/>
              </a:rPr>
              <a:t>style</a:t>
            </a:r>
            <a:r>
              <a:rPr sz="2450" spc="-220" dirty="0">
                <a:solidFill>
                  <a:schemeClr val="tx1"/>
                </a:solidFill>
                <a:latin typeface="Arial Black" pitchFamily="34" charset="0"/>
                <a:cs typeface="Times New Roman" pitchFamily="18" charset="0"/>
              </a:rPr>
              <a:t> </a:t>
            </a:r>
            <a:r>
              <a:rPr sz="2450" spc="-254" dirty="0">
                <a:solidFill>
                  <a:schemeClr val="tx1"/>
                </a:solidFill>
                <a:latin typeface="Arial Black" pitchFamily="34" charset="0"/>
                <a:cs typeface="Times New Roman" pitchFamily="18" charset="0"/>
              </a:rPr>
              <a:t>.</a:t>
            </a:r>
            <a:r>
              <a:rPr sz="2450" spc="-305" dirty="0">
                <a:solidFill>
                  <a:schemeClr val="tx1"/>
                </a:solidFill>
                <a:latin typeface="Arial Black" pitchFamily="34" charset="0"/>
                <a:cs typeface="Times New Roman" pitchFamily="18" charset="0"/>
              </a:rPr>
              <a:t> </a:t>
            </a:r>
            <a:r>
              <a:rPr sz="2450" spc="-125" dirty="0">
                <a:solidFill>
                  <a:schemeClr val="tx1"/>
                </a:solidFill>
                <a:latin typeface="Arial Black" pitchFamily="34" charset="0"/>
                <a:cs typeface="Times New Roman" pitchFamily="18" charset="0"/>
              </a:rPr>
              <a:t>pointe</a:t>
            </a:r>
            <a:r>
              <a:rPr sz="2450" spc="-405" dirty="0">
                <a:solidFill>
                  <a:schemeClr val="tx1"/>
                </a:solidFill>
                <a:latin typeface="Arial Black" pitchFamily="34" charset="0"/>
                <a:cs typeface="Times New Roman" pitchFamily="18" charset="0"/>
              </a:rPr>
              <a:t> </a:t>
            </a:r>
            <a:r>
              <a:rPr sz="2450" spc="-270" dirty="0">
                <a:solidFill>
                  <a:schemeClr val="tx1"/>
                </a:solidFill>
                <a:latin typeface="Arial Black" pitchFamily="34" charset="0"/>
                <a:cs typeface="Times New Roman" pitchFamily="18" charset="0"/>
              </a:rPr>
              <a:t>nEvent</a:t>
            </a:r>
            <a:r>
              <a:rPr sz="2450" spc="-370" dirty="0">
                <a:solidFill>
                  <a:schemeClr val="tx1"/>
                </a:solidFill>
                <a:latin typeface="Arial Black" pitchFamily="34" charset="0"/>
                <a:cs typeface="Times New Roman" pitchFamily="18" charset="0"/>
              </a:rPr>
              <a:t> </a:t>
            </a:r>
            <a:r>
              <a:rPr sz="2450" spc="-500" dirty="0">
                <a:solidFill>
                  <a:schemeClr val="tx1"/>
                </a:solidFill>
                <a:latin typeface="Arial Black" pitchFamily="34" charset="0"/>
                <a:cs typeface="Times New Roman" pitchFamily="18" charset="0"/>
              </a:rPr>
              <a:t>s</a:t>
            </a:r>
            <a:endParaRPr sz="2450" dirty="0">
              <a:solidFill>
                <a:schemeClr val="tx1"/>
              </a:solidFill>
              <a:latin typeface="Arial Black" pitchFamily="34" charset="0"/>
              <a:cs typeface="Times New Roman" pitchFamily="18" charset="0"/>
            </a:endParaRPr>
          </a:p>
          <a:p>
            <a:pPr marR="195580" lvl="1" algn="ctr">
              <a:spcBef>
                <a:spcPts val="919"/>
              </a:spcBef>
            </a:pPr>
            <a:r>
              <a:rPr sz="2550" spc="-10" dirty="0">
                <a:solidFill>
                  <a:schemeClr val="tx1"/>
                </a:solidFill>
                <a:latin typeface="Arial Black" pitchFamily="34" charset="0"/>
                <a:cs typeface="Times New Roman" pitchFamily="18" charset="0"/>
              </a:rPr>
              <a:t>"none"</a:t>
            </a:r>
            <a:endParaRPr sz="2550" dirty="0">
              <a:solidFill>
                <a:schemeClr val="tx1"/>
              </a:solidFill>
              <a:latin typeface="Arial Black" pitchFamily="34" charset="0"/>
              <a:cs typeface="Times New Roman" pitchFamily="18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912789" y="5338576"/>
            <a:ext cx="4687570" cy="31191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4000" spc="-725" dirty="0">
                <a:solidFill>
                  <a:srgbClr val="4F1D97"/>
                </a:solidFill>
                <a:latin typeface="Arial Black" pitchFamily="34" charset="0"/>
                <a:cs typeface="Arial" pitchFamily="34" charset="0"/>
              </a:rPr>
              <a:t>Visual</a:t>
            </a:r>
            <a:r>
              <a:rPr sz="4000" spc="-315" dirty="0">
                <a:solidFill>
                  <a:srgbClr val="4F1D97"/>
                </a:solidFill>
                <a:latin typeface="Arial Black" pitchFamily="34" charset="0"/>
                <a:cs typeface="Arial" pitchFamily="34" charset="0"/>
              </a:rPr>
              <a:t> </a:t>
            </a:r>
            <a:r>
              <a:rPr sz="4000" spc="-790" dirty="0">
                <a:solidFill>
                  <a:srgbClr val="592FA0"/>
                </a:solidFill>
                <a:latin typeface="Arial Black" pitchFamily="34" charset="0"/>
                <a:cs typeface="Arial" pitchFamily="34" charset="0"/>
              </a:rPr>
              <a:t>Feedback</a:t>
            </a:r>
            <a:endParaRPr sz="4000" dirty="0">
              <a:latin typeface="Arial Black" pitchFamily="34" charset="0"/>
              <a:cs typeface="Arial" pitchFamily="34" charset="0"/>
            </a:endParaRPr>
          </a:p>
          <a:p>
            <a:pPr marL="12065" marR="5080" indent="22225" algn="ctr">
              <a:lnSpc>
                <a:spcPct val="128699"/>
              </a:lnSpc>
              <a:spcBef>
                <a:spcPts val="3815"/>
              </a:spcBef>
              <a:tabLst>
                <a:tab pos="2758440" algn="l"/>
              </a:tabLst>
            </a:pP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Background</a:t>
            </a:r>
            <a:r>
              <a:rPr sz="2550" spc="509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colors</a:t>
            </a:r>
            <a:r>
              <a:rPr sz="2550" spc="5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-1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change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immediately</a:t>
            </a:r>
            <a:r>
              <a:rPr sz="2550" spc="43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1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to</a:t>
            </a:r>
            <a:r>
              <a:rPr sz="2550" spc="24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Green</a:t>
            </a:r>
            <a:r>
              <a:rPr sz="2550" spc="49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-1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(Correct)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or</a:t>
            </a:r>
            <a:r>
              <a:rPr sz="2550" spc="114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Red</a:t>
            </a:r>
            <a:r>
              <a:rPr sz="2550" spc="85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sz="2550" spc="-1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(Incorrect)</a:t>
            </a:r>
            <a:r>
              <a:rPr sz="255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sz="2550" spc="-2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upon </a:t>
            </a:r>
            <a:r>
              <a:rPr sz="2550" spc="-1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selection.</a:t>
            </a:r>
            <a:endParaRPr sz="255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q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803650" y="1082675"/>
            <a:ext cx="13182600" cy="92202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rek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Trek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Trek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136</TotalTime>
  <Words>435</Words>
  <Application>Microsoft Office PowerPoint</Application>
  <PresentationFormat>Custom</PresentationFormat>
  <Paragraphs>67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Trek</vt:lpstr>
      <vt:lpstr>Quiz App  A technical deep dive into the HTML Structure, CSS Styling,  and JavaScript Logic of an interactive quiz application.</vt:lpstr>
      <vt:lpstr>The Tech Stack</vt:lpstr>
      <vt:lpstr>HTML Architecture: Two Primary Views</vt:lpstr>
      <vt:lpstr>q n</vt:lpstr>
      <vt:lpstr>Data Management: The Question Bank</vt:lpstr>
      <vt:lpstr>Logic Flow: From Start to Finish</vt:lpstr>
      <vt:lpstr>Dynamic DOM Rendering</vt:lpstr>
      <vt:lpstr>Asynchronous Logic: The Timer</vt:lpstr>
      <vt:lpstr>INDex</vt:lpstr>
      <vt:lpstr>Key Code Highlights</vt:lpstr>
      <vt:lpstr>Slide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cp:lastModifiedBy>Hp</cp:lastModifiedBy>
  <cp:revision>5</cp:revision>
  <dcterms:created xsi:type="dcterms:W3CDTF">2026-02-06T02:29:09Z</dcterms:created>
  <dcterms:modified xsi:type="dcterms:W3CDTF">2026-02-06T04:38:09Z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2026-02-06T00:00:00Z</vt:filetime>
  </property>
  <property fmtid="{D5CDD505-2E9C-101B-9397-08002B2CF9AE}" pid="3" name="LastSaved">
    <vt:filetime>2026-02-06T00:00:00Z</vt:filetime>
  </property>
</Properties>
</file>